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.NET and C# Detailed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In-depth exploration of .NET Framework, CLR, FCL, C# basics, and more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.NET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A comprehensive software development platform providing common libraries and a managed runtime.</a:t>
            </a:r>
          </a:p>
          <a:p>
            <a:r>
              <a:rPr dirty="0"/>
              <a:t>Supports language interoperability across C#, VB.NET, F#, and more.</a:t>
            </a:r>
          </a:p>
          <a:p>
            <a:r>
              <a:rPr dirty="0"/>
              <a:t>Introduced in 2002 to simplify Windows application development.</a:t>
            </a:r>
          </a:p>
          <a:p>
            <a:r>
              <a:rPr dirty="0"/>
              <a:t>Consists of CLR, FCL, and support for web, desktop, and mobile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.NET Architecture and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Divided into Common Language Runtime (CLR) and Framework Class Library (FCL).</a:t>
            </a:r>
          </a:p>
          <a:p>
            <a:r>
              <a:rPr dirty="0"/>
              <a:t>CLR manages execution, memory, security, and exception handling.</a:t>
            </a:r>
          </a:p>
          <a:p>
            <a:r>
              <a:rPr dirty="0"/>
              <a:t>FCL offers reusable classes, interfaces, and value types organized into namespaces.</a:t>
            </a:r>
          </a:p>
          <a:p>
            <a:r>
              <a:rPr dirty="0"/>
              <a:t>Applications are built on top of assemblies, metadata, and the runtime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Language Runtime (CLR)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Managed execution environment handling code execution and services.</a:t>
            </a:r>
          </a:p>
          <a:p>
            <a:r>
              <a:rPr dirty="0"/>
              <a:t>Memory management through garbage collection and allocator.</a:t>
            </a:r>
          </a:p>
          <a:p>
            <a:r>
              <a:rPr dirty="0"/>
              <a:t>Security enforcement with Code Access Security (CAS).</a:t>
            </a:r>
          </a:p>
          <a:p>
            <a:r>
              <a:rPr dirty="0"/>
              <a:t>Provides type safety, exception handling, and interoperability.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Intermediate Language (MSIL)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CPU-independent instruction set generated from .NET source code.</a:t>
            </a:r>
          </a:p>
          <a:p>
            <a:r>
              <a:rPr dirty="0"/>
              <a:t>Stored in assemblies along with metadata for versioning and security.</a:t>
            </a:r>
          </a:p>
          <a:p>
            <a:r>
              <a:rPr dirty="0"/>
              <a:t>Enables platform independence and language interoperability.</a:t>
            </a:r>
          </a:p>
          <a:p>
            <a:r>
              <a:rPr dirty="0"/>
              <a:t>Converted to native code at runtime by the JIT compiler.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Just-In-Time (JIT) Compilers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Convert MSIL to native machine code on-the-fly for execution.</a:t>
            </a:r>
          </a:p>
          <a:p>
            <a:r>
              <a:rPr dirty="0"/>
              <a:t>Types include Pre-JIT, </a:t>
            </a:r>
            <a:r>
              <a:rPr dirty="0" err="1"/>
              <a:t>Econo</a:t>
            </a:r>
            <a:r>
              <a:rPr dirty="0"/>
              <a:t>-JIT, and Normal JIT for different scenarios.</a:t>
            </a:r>
          </a:p>
          <a:p>
            <a:r>
              <a:rPr dirty="0"/>
              <a:t>Balances application startup time against execution speed.</a:t>
            </a:r>
          </a:p>
          <a:p>
            <a:r>
              <a:rPr dirty="0"/>
              <a:t>Caches native code in application domain to improve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 Class Library (FCL)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Extensive collection of reusable types for I/O, networking, security, and data access.</a:t>
            </a:r>
          </a:p>
          <a:p>
            <a:r>
              <a:rPr dirty="0"/>
              <a:t>Organized into namespaces like System, System.IO, </a:t>
            </a:r>
            <a:r>
              <a:rPr dirty="0" err="1"/>
              <a:t>System.Collections</a:t>
            </a:r>
            <a:r>
              <a:rPr dirty="0"/>
              <a:t>.</a:t>
            </a:r>
          </a:p>
          <a:p>
            <a:r>
              <a:rPr dirty="0"/>
              <a:t>Simplifies development by providing tested, optimized code out-of-the-box.</a:t>
            </a:r>
          </a:p>
          <a:p>
            <a:r>
              <a:rPr dirty="0"/>
              <a:t>Grouped into assemblies (DLLs) loaded by the CLR as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Language Specification (CLS)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Defines rules for language features to ensure cross-language interoperability.</a:t>
            </a:r>
          </a:p>
          <a:p>
            <a:r>
              <a:rPr dirty="0"/>
              <a:t>Specifies naming conventions, data types, and member usage.</a:t>
            </a:r>
          </a:p>
          <a:p>
            <a:r>
              <a:rPr dirty="0"/>
              <a:t>Ensures components written in different languages can interact seamlessly.</a:t>
            </a:r>
          </a:p>
          <a:p>
            <a:r>
              <a:rPr dirty="0"/>
              <a:t>Guides library design for maximum compatibility.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Type System (CTS)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Standardized type definitions across all .NET languages.</a:t>
            </a:r>
          </a:p>
          <a:p>
            <a:r>
              <a:rPr dirty="0"/>
              <a:t>Differentiates between value types (stack-allocated) and reference types (heap-allocated).</a:t>
            </a:r>
          </a:p>
          <a:p>
            <a:r>
              <a:rPr dirty="0"/>
              <a:t>Enforces type safety and consistent behavior at runtime.</a:t>
            </a:r>
          </a:p>
          <a:p>
            <a:r>
              <a:rPr dirty="0"/>
              <a:t>Defines primitive types and user-defined structures/enumerations.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Visual Studio 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Integrated Development Environment (IDE) with IntelliSense and debugging.</a:t>
            </a:r>
          </a:p>
          <a:p>
            <a:r>
              <a:rPr dirty="0"/>
              <a:t>Supports project templates for Console, Windows Forms, ASP.NET, and more.</a:t>
            </a:r>
          </a:p>
          <a:p>
            <a:r>
              <a:rPr dirty="0"/>
              <a:t>Includes designers for UI, database schema, and workflows.</a:t>
            </a:r>
          </a:p>
          <a:p>
            <a:r>
              <a:rPr dirty="0"/>
              <a:t>Built-in tools for NuGet package management and source control integration.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C# vs. C++ vs.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C# and Java run on managed runtimes; C++ compiles to native binaries.</a:t>
            </a:r>
          </a:p>
          <a:p>
            <a:r>
              <a:rPr dirty="0"/>
              <a:t>C# features: properties, events, garbage collection, LINQ, async/await.</a:t>
            </a:r>
          </a:p>
          <a:p>
            <a:r>
              <a:rPr dirty="0"/>
              <a:t>Java emphasizes write-once-run-anywhere; .NET emphasizes language interoperability.</a:t>
            </a:r>
          </a:p>
          <a:p>
            <a:r>
              <a:rPr dirty="0"/>
              <a:t>Memory management differences: manual in C++ vs. garbage collection in C# and Java.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Basic C#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Console applications: simple text-based programs executed in a terminal.</a:t>
            </a:r>
          </a:p>
          <a:p>
            <a:r>
              <a:rPr dirty="0"/>
              <a:t>Windows Forms: event-driven GUI apps with drag-and-drop controls.</a:t>
            </a:r>
          </a:p>
          <a:p>
            <a:r>
              <a:rPr dirty="0"/>
              <a:t>ASP.NET: web apps and services hosted on IIS or in the cloud.</a:t>
            </a:r>
          </a:p>
          <a:p>
            <a:r>
              <a:rPr dirty="0"/>
              <a:t>WPF/UWP: modern UI frameworks for rich client experiences.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C# Basics: Data Types, Variables &amp;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Built-in data types: int, double, char, bool, string, decimal.</a:t>
            </a:r>
          </a:p>
          <a:p>
            <a:r>
              <a:rPr dirty="0"/>
              <a:t>Variables declared with explicit types; constants with 'const' keyword.</a:t>
            </a:r>
          </a:p>
          <a:p>
            <a:r>
              <a:rPr dirty="0"/>
              <a:t>Value vs. reference types determine memory allocation and lifetime.</a:t>
            </a:r>
          </a:p>
          <a:p>
            <a:r>
              <a:rPr dirty="0"/>
              <a:t>Type inference with 'var' in C# 3.0+ for cleaner 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Operators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Arithmetic: +, -, *, /, % for mathematical operations.</a:t>
            </a:r>
          </a:p>
          <a:p>
            <a:r>
              <a:rPr dirty="0"/>
              <a:t>Comparison: ==, !=, &gt;, &lt;, &gt;=, &lt;= for relational checks.</a:t>
            </a:r>
          </a:p>
          <a:p>
            <a:r>
              <a:rPr dirty="0"/>
              <a:t>Logical: &amp;&amp;, ||, ! for </a:t>
            </a:r>
            <a:r>
              <a:rPr dirty="0" err="1"/>
              <a:t>boolean</a:t>
            </a:r>
            <a:r>
              <a:rPr dirty="0"/>
              <a:t> expressions.</a:t>
            </a:r>
          </a:p>
          <a:p>
            <a:r>
              <a:rPr dirty="0"/>
              <a:t>Bitwise: &amp;, |, ^, ~, &lt;&lt;, &gt;&gt; for low-level manipulation.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Types vs. Reference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Value types (structs, </a:t>
            </a:r>
            <a:r>
              <a:rPr dirty="0" err="1"/>
              <a:t>enums</a:t>
            </a:r>
            <a:r>
              <a:rPr dirty="0"/>
              <a:t>) stored on stack; passed by value.</a:t>
            </a:r>
          </a:p>
          <a:p>
            <a:r>
              <a:rPr dirty="0"/>
              <a:t>Reference types (classes, interfaces) stored on heap; passed by reference.</a:t>
            </a:r>
          </a:p>
          <a:p>
            <a:r>
              <a:rPr dirty="0"/>
              <a:t>Heap objects managed by garbage collector; stack allocation is faster.</a:t>
            </a:r>
          </a:p>
          <a:p>
            <a:r>
              <a:rPr dirty="0"/>
              <a:t>Examples: int (value type) vs string (reference type).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Boxing and Unboxing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Boxing: converting a value type to object or interface, stored on heap.</a:t>
            </a:r>
          </a:p>
          <a:p>
            <a:r>
              <a:rPr dirty="0"/>
              <a:t>Unboxing: extracting the value type from object with explicit cast.</a:t>
            </a:r>
          </a:p>
          <a:p>
            <a:r>
              <a:rPr dirty="0"/>
              <a:t>Performance overhead due to heap allocation and copying.</a:t>
            </a:r>
          </a:p>
          <a:p>
            <a:r>
              <a:rPr dirty="0"/>
              <a:t>Best practices: minimize boxing in performance-critical code.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Single-dimensional arrays: fixed-size sequential collections.</a:t>
            </a:r>
          </a:p>
          <a:p>
            <a:r>
              <a:rPr dirty="0"/>
              <a:t>Multidimensional arrays: rectangular and jagged (array of arrays).</a:t>
            </a:r>
          </a:p>
          <a:p>
            <a:r>
              <a:rPr dirty="0"/>
              <a:t>Array properties/methods: Length, Rank, </a:t>
            </a:r>
            <a:r>
              <a:rPr dirty="0" err="1"/>
              <a:t>GetValue</a:t>
            </a:r>
            <a:r>
              <a:rPr dirty="0"/>
              <a:t>, </a:t>
            </a:r>
            <a:r>
              <a:rPr dirty="0" err="1"/>
              <a:t>SetValue</a:t>
            </a:r>
            <a:r>
              <a:rPr dirty="0"/>
              <a:t>.</a:t>
            </a:r>
          </a:p>
          <a:p>
            <a:r>
              <a:rPr dirty="0"/>
              <a:t>Looping constructs: for, foreach, and LINQ queries for data manipulation.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Manipulating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String is immutable; modifications create new instances.</a:t>
            </a:r>
          </a:p>
          <a:p>
            <a:r>
              <a:rPr dirty="0"/>
              <a:t>Common methods: Substring, </a:t>
            </a:r>
            <a:r>
              <a:rPr dirty="0" err="1"/>
              <a:t>IndexOf</a:t>
            </a:r>
            <a:r>
              <a:rPr dirty="0"/>
              <a:t>, Replace, Split, </a:t>
            </a:r>
            <a:r>
              <a:rPr dirty="0" err="1"/>
              <a:t>ToUpper</a:t>
            </a:r>
            <a:r>
              <a:rPr dirty="0"/>
              <a:t>, </a:t>
            </a:r>
            <a:r>
              <a:rPr dirty="0" err="1"/>
              <a:t>ToLower</a:t>
            </a:r>
            <a:r>
              <a:rPr dirty="0"/>
              <a:t>.</a:t>
            </a:r>
          </a:p>
          <a:p>
            <a:r>
              <a:rPr dirty="0"/>
              <a:t>StringBuilder for efficient concatenation and mutation.</a:t>
            </a:r>
          </a:p>
          <a:p>
            <a:r>
              <a:rPr dirty="0"/>
              <a:t>Use string interpolation ($"{var}") for readability.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Methods (ref, out)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Methods encapsulate reusable logic with parameters and return values.</a:t>
            </a:r>
          </a:p>
          <a:p>
            <a:r>
              <a:rPr dirty="0"/>
              <a:t>Pass-by-value: default behavior; method gets a copy.</a:t>
            </a:r>
          </a:p>
          <a:p>
            <a:r>
              <a:rPr dirty="0"/>
              <a:t>Pass-by-reference (ref): method can modify original argument.</a:t>
            </a:r>
          </a:p>
          <a:p>
            <a:r>
              <a:rPr dirty="0"/>
              <a:t>Out parameters: used to return multiple values; must be assigned inside.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Exploring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Define lightweight value types using 'struct' keyword.</a:t>
            </a:r>
          </a:p>
          <a:p>
            <a:r>
              <a:rPr dirty="0"/>
              <a:t>Ideal for small, immutable data like Point, Rectangle.</a:t>
            </a:r>
          </a:p>
          <a:p>
            <a:r>
              <a:rPr dirty="0"/>
              <a:t>Cannot inherit from other structs/classes; can implement interfaces.</a:t>
            </a:r>
          </a:p>
          <a:p>
            <a:r>
              <a:rPr dirty="0"/>
              <a:t>Offer performance benefits for frequent stack allocation.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1010</Words>
  <Application>Microsoft Office PowerPoint</Application>
  <PresentationFormat>On-screen Show (4:3)</PresentationFormat>
  <Paragraphs>98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.NET and C# Detailed Fundamentals</vt:lpstr>
      <vt:lpstr>Introduction to .NET Framework</vt:lpstr>
      <vt:lpstr>.NET Architecture and Components</vt:lpstr>
      <vt:lpstr>Common Language Runtime (CLR)</vt:lpstr>
      <vt:lpstr>Microsoft Intermediate Language (MSIL)</vt:lpstr>
      <vt:lpstr>Just-In-Time (JIT) Compilers</vt:lpstr>
      <vt:lpstr>Framework Class Library (FCL)</vt:lpstr>
      <vt:lpstr>Common Language Specification (CLS)</vt:lpstr>
      <vt:lpstr>Common Type System (CTS)</vt:lpstr>
      <vt:lpstr>Working with Visual Studio .NET</vt:lpstr>
      <vt:lpstr>C# vs. C++ vs. Java</vt:lpstr>
      <vt:lpstr>Understanding Basic C# Applications</vt:lpstr>
      <vt:lpstr>C# Basics: Data Types, Variables &amp; Constants</vt:lpstr>
      <vt:lpstr>Operators in C#</vt:lpstr>
      <vt:lpstr>Value Types vs. Reference Types</vt:lpstr>
      <vt:lpstr>Boxing and Unboxing</vt:lpstr>
      <vt:lpstr>Handling Arrays</vt:lpstr>
      <vt:lpstr>Manipulating Strings</vt:lpstr>
      <vt:lpstr>Working with Methods (ref, out)</vt:lpstr>
      <vt:lpstr>Exploring Structures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RMR C</cp:lastModifiedBy>
  <cp:revision>2</cp:revision>
  <dcterms:created xsi:type="dcterms:W3CDTF">2013-01-27T09:14:16Z</dcterms:created>
  <dcterms:modified xsi:type="dcterms:W3CDTF">2025-04-20T17:49:58Z</dcterms:modified>
  <cp:category/>
</cp:coreProperties>
</file>