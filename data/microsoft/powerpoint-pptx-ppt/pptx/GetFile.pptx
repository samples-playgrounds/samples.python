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59" r:id="rId2"/>
    <p:sldId id="2147469507" r:id="rId3"/>
    <p:sldId id="373" r:id="rId4"/>
    <p:sldId id="374" r:id="rId5"/>
    <p:sldId id="2147469922" r:id="rId6"/>
    <p:sldId id="2147469923" r:id="rId7"/>
    <p:sldId id="375" r:id="rId8"/>
    <p:sldId id="377" r:id="rId9"/>
    <p:sldId id="368" r:id="rId10"/>
    <p:sldId id="371" r:id="rId11"/>
    <p:sldId id="372" r:id="rId12"/>
    <p:sldId id="398" r:id="rId13"/>
    <p:sldId id="367" r:id="rId14"/>
    <p:sldId id="325" r:id="rId15"/>
    <p:sldId id="378" r:id="rId16"/>
    <p:sldId id="379" r:id="rId17"/>
    <p:sldId id="381" r:id="rId18"/>
    <p:sldId id="370" r:id="rId19"/>
    <p:sldId id="366" r:id="rId20"/>
    <p:sldId id="399" r:id="rId21"/>
    <p:sldId id="384" r:id="rId22"/>
    <p:sldId id="382" r:id="rId23"/>
    <p:sldId id="385" r:id="rId24"/>
    <p:sldId id="383" r:id="rId25"/>
    <p:sldId id="401" r:id="rId26"/>
    <p:sldId id="402" r:id="rId27"/>
    <p:sldId id="403" r:id="rId28"/>
    <p:sldId id="404" r:id="rId29"/>
    <p:sldId id="407" r:id="rId30"/>
    <p:sldId id="406" r:id="rId31"/>
    <p:sldId id="405" r:id="rId32"/>
    <p:sldId id="400" r:id="rId33"/>
    <p:sldId id="2147469932" r:id="rId34"/>
    <p:sldId id="2147469933" r:id="rId35"/>
    <p:sldId id="2147469934" r:id="rId36"/>
    <p:sldId id="2147469935" r:id="rId37"/>
    <p:sldId id="2147469936" r:id="rId38"/>
    <p:sldId id="387" r:id="rId39"/>
    <p:sldId id="2147469927" r:id="rId40"/>
    <p:sldId id="365" r:id="rId41"/>
    <p:sldId id="2147469926" r:id="rId42"/>
    <p:sldId id="2147469937" r:id="rId43"/>
    <p:sldId id="409" r:id="rId44"/>
    <p:sldId id="2147469921" r:id="rId45"/>
    <p:sldId id="2147469925" r:id="rId46"/>
    <p:sldId id="2147469930" r:id="rId47"/>
    <p:sldId id="258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D8F398-5DCC-455A-93FF-9B8181DBCC81}">
          <p14:sldIdLst>
            <p14:sldId id="259"/>
          </p14:sldIdLst>
        </p14:section>
        <p14:section name="How It Works" id="{17E964F9-28A2-46D9-974A-03CCED570145}">
          <p14:sldIdLst>
            <p14:sldId id="2147469507"/>
            <p14:sldId id="373"/>
            <p14:sldId id="374"/>
            <p14:sldId id="2147469922"/>
            <p14:sldId id="2147469923"/>
            <p14:sldId id="375"/>
            <p14:sldId id="377"/>
            <p14:sldId id="368"/>
            <p14:sldId id="371"/>
            <p14:sldId id="372"/>
            <p14:sldId id="398"/>
          </p14:sldIdLst>
        </p14:section>
        <p14:section name="Setup" id="{0946A798-6968-4E4C-BD82-754411DF6C01}">
          <p14:sldIdLst>
            <p14:sldId id="367"/>
          </p14:sldIdLst>
        </p14:section>
        <p14:section name="Platforms" id="{FAD3C0DC-4935-49CD-A354-9D7856297D27}">
          <p14:sldIdLst>
            <p14:sldId id="325"/>
          </p14:sldIdLst>
        </p14:section>
        <p14:section name="Layouts" id="{0D2FC645-2C8C-4824-BEC1-2E78BBB7F00C}">
          <p14:sldIdLst>
            <p14:sldId id="378"/>
            <p14:sldId id="379"/>
            <p14:sldId id="381"/>
            <p14:sldId id="370"/>
            <p14:sldId id="366"/>
          </p14:sldIdLst>
        </p14:section>
        <p14:section name="Demo" id="{1EBFB149-50C1-49A1-A156-B209C29AAF2F}">
          <p14:sldIdLst>
            <p14:sldId id="399"/>
          </p14:sldIdLst>
        </p14:section>
        <p14:section name="Desktop" id="{FD61EEE9-4A91-461E-A5E0-AC90B785AD9F}">
          <p14:sldIdLst>
            <p14:sldId id="384"/>
          </p14:sldIdLst>
        </p14:section>
        <p14:section name=".NET MAUI Blazor" id="{F5C65BAE-06B9-4DCA-8666-A8A370B7D9C4}">
          <p14:sldIdLst>
            <p14:sldId id="382"/>
          </p14:sldIdLst>
        </p14:section>
        <p14:section name="MAUI vs Xamarin" id="{2EF93C82-7392-4950-98FE-BD2EE2828BDD}">
          <p14:sldIdLst>
            <p14:sldId id="385"/>
          </p14:sldIdLst>
        </p14:section>
        <p14:section name="From Xamarin to MAUI" id="{1824B65F-2361-4656-9CEA-E3BC8052B67E}">
          <p14:sldIdLst>
            <p14:sldId id="383"/>
            <p14:sldId id="401"/>
            <p14:sldId id="402"/>
            <p14:sldId id="403"/>
            <p14:sldId id="404"/>
            <p14:sldId id="407"/>
            <p14:sldId id="406"/>
            <p14:sldId id="405"/>
            <p14:sldId id="400"/>
            <p14:sldId id="2147469932"/>
            <p14:sldId id="2147469933"/>
            <p14:sldId id="2147469934"/>
            <p14:sldId id="2147469935"/>
            <p14:sldId id="2147469936"/>
          </p14:sldIdLst>
        </p14:section>
        <p14:section name="Tips and Current Issues" id="{0A5C63FC-3385-4FAA-AFCA-27284AF5EC7D}">
          <p14:sldIdLst>
            <p14:sldId id="387"/>
            <p14:sldId id="2147469927"/>
          </p14:sldIdLst>
        </p14:section>
        <p14:section name="Current State" id="{219BB64C-11C4-40E3-B13F-5D8C61FF9344}">
          <p14:sldIdLst>
            <p14:sldId id="365"/>
            <p14:sldId id="2147469926"/>
            <p14:sldId id="2147469937"/>
          </p14:sldIdLst>
        </p14:section>
        <p14:section name="Would I use .NET MAUI now?" id="{F109B1B9-3129-4508-AD2A-54256718ACD0}">
          <p14:sldIdLst>
            <p14:sldId id="409"/>
          </p14:sldIdLst>
        </p14:section>
        <p14:section name="Application Development Overview" id="{B06BE35D-61BE-4BED-BDF6-517514DDC0C2}">
          <p14:sldIdLst>
            <p14:sldId id="2147469921"/>
            <p14:sldId id="2147469925"/>
            <p14:sldId id="2147469930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8132"/>
    <a:srgbClr val="009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EE3A4D-B654-45D5-8B0E-0A6CBC77CD24}" v="37" dt="2022-05-24T06:26:49.0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33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 Jašek" userId="8c5da18282d529bf" providerId="LiveId" clId="{2D60B407-F580-4DD2-B332-E5CBD769791B}"/>
    <pc:docChg chg="modSld">
      <pc:chgData name="Roman Jašek" userId="8c5da18282d529bf" providerId="LiveId" clId="{2D60B407-F580-4DD2-B332-E5CBD769791B}" dt="2022-05-24T15:29:24.421" v="9" actId="20577"/>
      <pc:docMkLst>
        <pc:docMk/>
      </pc:docMkLst>
      <pc:sldChg chg="modSp mod">
        <pc:chgData name="Roman Jašek" userId="8c5da18282d529bf" providerId="LiveId" clId="{2D60B407-F580-4DD2-B332-E5CBD769791B}" dt="2022-05-24T15:29:24.421" v="9" actId="20577"/>
        <pc:sldMkLst>
          <pc:docMk/>
          <pc:sldMk cId="2135703728" sldId="259"/>
        </pc:sldMkLst>
        <pc:spChg chg="mod">
          <ac:chgData name="Roman Jašek" userId="8c5da18282d529bf" providerId="LiveId" clId="{2D60B407-F580-4DD2-B332-E5CBD769791B}" dt="2022-05-24T15:29:24.421" v="9" actId="20577"/>
          <ac:spMkLst>
            <pc:docMk/>
            <pc:sldMk cId="2135703728" sldId="259"/>
            <ac:spMk id="2" creationId="{00000000-0000-0000-0000-000000000000}"/>
          </ac:spMkLst>
        </pc:spChg>
      </pc:sldChg>
    </pc:docChg>
  </pc:docChgLst>
  <pc:docChgLst>
    <pc:chgData name="Roman Jašek" userId="8c5da18282d529bf" providerId="LiveId" clId="{FFEE3A4D-B654-45D5-8B0E-0A6CBC77CD24}"/>
    <pc:docChg chg="undo custSel addSld delSld modSld modSection">
      <pc:chgData name="Roman Jašek" userId="8c5da18282d529bf" providerId="LiveId" clId="{FFEE3A4D-B654-45D5-8B0E-0A6CBC77CD24}" dt="2022-05-24T06:26:51.152" v="191" actId="47"/>
      <pc:docMkLst>
        <pc:docMk/>
      </pc:docMkLst>
      <pc:sldChg chg="delSp modSp mod">
        <pc:chgData name="Roman Jašek" userId="8c5da18282d529bf" providerId="LiveId" clId="{FFEE3A4D-B654-45D5-8B0E-0A6CBC77CD24}" dt="2022-05-23T07:27:27.212" v="145" actId="478"/>
        <pc:sldMkLst>
          <pc:docMk/>
          <pc:sldMk cId="2016128957" sldId="258"/>
        </pc:sldMkLst>
        <pc:spChg chg="mod">
          <ac:chgData name="Roman Jašek" userId="8c5da18282d529bf" providerId="LiveId" clId="{FFEE3A4D-B654-45D5-8B0E-0A6CBC77CD24}" dt="2022-05-23T07:27:19.277" v="143" actId="20577"/>
          <ac:spMkLst>
            <pc:docMk/>
            <pc:sldMk cId="2016128957" sldId="258"/>
            <ac:spMk id="6" creationId="{00000000-0000-0000-0000-000000000000}"/>
          </ac:spMkLst>
        </pc:spChg>
        <pc:spChg chg="mod">
          <ac:chgData name="Roman Jašek" userId="8c5da18282d529bf" providerId="LiveId" clId="{FFEE3A4D-B654-45D5-8B0E-0A6CBC77CD24}" dt="2022-05-23T07:27:25.257" v="144"/>
          <ac:spMkLst>
            <pc:docMk/>
            <pc:sldMk cId="2016128957" sldId="258"/>
            <ac:spMk id="7" creationId="{00000000-0000-0000-0000-000000000000}"/>
          </ac:spMkLst>
        </pc:spChg>
        <pc:picChg chg="del">
          <ac:chgData name="Roman Jašek" userId="8c5da18282d529bf" providerId="LiveId" clId="{FFEE3A4D-B654-45D5-8B0E-0A6CBC77CD24}" dt="2022-05-23T07:27:27.212" v="145" actId="478"/>
          <ac:picMkLst>
            <pc:docMk/>
            <pc:sldMk cId="2016128957" sldId="258"/>
            <ac:picMk id="4" creationId="{00000000-0000-0000-0000-000000000000}"/>
          </ac:picMkLst>
        </pc:picChg>
      </pc:sldChg>
      <pc:sldChg chg="delSp modSp mod">
        <pc:chgData name="Roman Jašek" userId="8c5da18282d529bf" providerId="LiveId" clId="{FFEE3A4D-B654-45D5-8B0E-0A6CBC77CD24}" dt="2022-05-23T07:26:05.700" v="138" actId="478"/>
        <pc:sldMkLst>
          <pc:docMk/>
          <pc:sldMk cId="2135703728" sldId="259"/>
        </pc:sldMkLst>
        <pc:spChg chg="mod">
          <ac:chgData name="Roman Jašek" userId="8c5da18282d529bf" providerId="LiveId" clId="{FFEE3A4D-B654-45D5-8B0E-0A6CBC77CD24}" dt="2022-05-23T07:26:02.582" v="137" actId="20577"/>
          <ac:spMkLst>
            <pc:docMk/>
            <pc:sldMk cId="2135703728" sldId="259"/>
            <ac:spMk id="2" creationId="{00000000-0000-0000-0000-000000000000}"/>
          </ac:spMkLst>
        </pc:spChg>
        <pc:spChg chg="mod">
          <ac:chgData name="Roman Jašek" userId="8c5da18282d529bf" providerId="LiveId" clId="{FFEE3A4D-B654-45D5-8B0E-0A6CBC77CD24}" dt="2022-05-23T07:25:03.396" v="8" actId="20577"/>
          <ac:spMkLst>
            <pc:docMk/>
            <pc:sldMk cId="2135703728" sldId="259"/>
            <ac:spMk id="3" creationId="{00000000-0000-0000-0000-000000000000}"/>
          </ac:spMkLst>
        </pc:spChg>
        <pc:picChg chg="del">
          <ac:chgData name="Roman Jašek" userId="8c5da18282d529bf" providerId="LiveId" clId="{FFEE3A4D-B654-45D5-8B0E-0A6CBC77CD24}" dt="2022-05-23T07:26:05.700" v="138" actId="478"/>
          <ac:picMkLst>
            <pc:docMk/>
            <pc:sldMk cId="2135703728" sldId="259"/>
            <ac:picMk id="6" creationId="{00000000-0000-0000-0000-000000000000}"/>
          </ac:picMkLst>
        </pc:picChg>
      </pc:sldChg>
      <pc:sldChg chg="del">
        <pc:chgData name="Roman Jašek" userId="8c5da18282d529bf" providerId="LiveId" clId="{FFEE3A4D-B654-45D5-8B0E-0A6CBC77CD24}" dt="2022-05-23T07:27:15.434" v="140" actId="47"/>
        <pc:sldMkLst>
          <pc:docMk/>
          <pc:sldMk cId="1273736225" sldId="260"/>
        </pc:sldMkLst>
      </pc:sldChg>
      <pc:sldChg chg="del">
        <pc:chgData name="Roman Jašek" userId="8c5da18282d529bf" providerId="LiveId" clId="{FFEE3A4D-B654-45D5-8B0E-0A6CBC77CD24}" dt="2022-05-23T07:27:15.434" v="140" actId="47"/>
        <pc:sldMkLst>
          <pc:docMk/>
          <pc:sldMk cId="151988533" sldId="261"/>
        </pc:sldMkLst>
      </pc:sldChg>
      <pc:sldChg chg="modSp add del">
        <pc:chgData name="Roman Jašek" userId="8c5da18282d529bf" providerId="LiveId" clId="{FFEE3A4D-B654-45D5-8B0E-0A6CBC77CD24}" dt="2022-05-23T07:28:07.086" v="154"/>
        <pc:sldMkLst>
          <pc:docMk/>
          <pc:sldMk cId="3347751104" sldId="325"/>
        </pc:sldMkLst>
        <pc:spChg chg="mod">
          <ac:chgData name="Roman Jašek" userId="8c5da18282d529bf" providerId="LiveId" clId="{FFEE3A4D-B654-45D5-8B0E-0A6CBC77CD24}" dt="2022-05-23T07:28:07.086" v="154"/>
          <ac:spMkLst>
            <pc:docMk/>
            <pc:sldMk cId="3347751104" sldId="325"/>
            <ac:spMk id="4" creationId="{A61ABB05-6EAC-4F44-8204-CA92CCC34F7F}"/>
          </ac:spMkLst>
        </pc:spChg>
      </pc:sldChg>
      <pc:sldChg chg="modSp add mod">
        <pc:chgData name="Roman Jašek" userId="8c5da18282d529bf" providerId="LiveId" clId="{FFEE3A4D-B654-45D5-8B0E-0A6CBC77CD24}" dt="2022-05-23T08:17:49.973" v="175" actId="27636"/>
        <pc:sldMkLst>
          <pc:docMk/>
          <pc:sldMk cId="4177998821" sldId="365"/>
        </pc:sldMkLst>
        <pc:spChg chg="mod">
          <ac:chgData name="Roman Jašek" userId="8c5da18282d529bf" providerId="LiveId" clId="{FFEE3A4D-B654-45D5-8B0E-0A6CBC77CD24}" dt="2022-05-23T08:17:49.973" v="175" actId="27636"/>
          <ac:spMkLst>
            <pc:docMk/>
            <pc:sldMk cId="4177998821" sldId="365"/>
            <ac:spMk id="3" creationId="{7011A63A-7F4D-4DDF-A14D-D7807ACAB9CE}"/>
          </ac:spMkLst>
        </pc:spChg>
        <pc:spChg chg="mod">
          <ac:chgData name="Roman Jašek" userId="8c5da18282d529bf" providerId="LiveId" clId="{FFEE3A4D-B654-45D5-8B0E-0A6CBC77CD24}" dt="2022-05-23T08:17:49.887" v="174"/>
          <ac:spMkLst>
            <pc:docMk/>
            <pc:sldMk cId="4177998821" sldId="365"/>
            <ac:spMk id="5" creationId="{BA1AA213-DABC-460B-AC4E-73EF524338FB}"/>
          </ac:spMkLst>
        </pc:spChg>
      </pc:sldChg>
      <pc:sldChg chg="modSp add del">
        <pc:chgData name="Roman Jašek" userId="8c5da18282d529bf" providerId="LiveId" clId="{FFEE3A4D-B654-45D5-8B0E-0A6CBC77CD24}" dt="2022-05-23T07:27:57.714" v="152"/>
        <pc:sldMkLst>
          <pc:docMk/>
          <pc:sldMk cId="3963839754" sldId="366"/>
        </pc:sldMkLst>
        <pc:spChg chg="mod">
          <ac:chgData name="Roman Jašek" userId="8c5da18282d529bf" providerId="LiveId" clId="{FFEE3A4D-B654-45D5-8B0E-0A6CBC77CD24}" dt="2022-05-23T07:27:57.714" v="152"/>
          <ac:spMkLst>
            <pc:docMk/>
            <pc:sldMk cId="3963839754" sldId="366"/>
            <ac:spMk id="5" creationId="{CDCA883E-B583-4A05-9136-97FD0B9372E6}"/>
          </ac:spMkLst>
        </pc:spChg>
      </pc:sldChg>
      <pc:sldChg chg="modSp add del mod">
        <pc:chgData name="Roman Jašek" userId="8c5da18282d529bf" providerId="LiveId" clId="{FFEE3A4D-B654-45D5-8B0E-0A6CBC77CD24}" dt="2022-05-23T07:27:57.838" v="153" actId="27636"/>
        <pc:sldMkLst>
          <pc:docMk/>
          <pc:sldMk cId="495632401" sldId="367"/>
        </pc:sldMkLst>
        <pc:spChg chg="mod">
          <ac:chgData name="Roman Jašek" userId="8c5da18282d529bf" providerId="LiveId" clId="{FFEE3A4D-B654-45D5-8B0E-0A6CBC77CD24}" dt="2022-05-23T07:27:57.714" v="152"/>
          <ac:spMkLst>
            <pc:docMk/>
            <pc:sldMk cId="495632401" sldId="367"/>
            <ac:spMk id="2" creationId="{1203A4C5-E2CF-46F4-B057-B2B2764A7BA9}"/>
          </ac:spMkLst>
        </pc:spChg>
        <pc:spChg chg="mod">
          <ac:chgData name="Roman Jašek" userId="8c5da18282d529bf" providerId="LiveId" clId="{FFEE3A4D-B654-45D5-8B0E-0A6CBC77CD24}" dt="2022-05-23T07:27:57.838" v="153" actId="27636"/>
          <ac:spMkLst>
            <pc:docMk/>
            <pc:sldMk cId="495632401" sldId="367"/>
            <ac:spMk id="13" creationId="{23ADBE1E-4AB4-48FE-93F7-9D0FC971581F}"/>
          </ac:spMkLst>
        </pc:spChg>
      </pc:sldChg>
      <pc:sldChg chg="modSp add">
        <pc:chgData name="Roman Jašek" userId="8c5da18282d529bf" providerId="LiveId" clId="{FFEE3A4D-B654-45D5-8B0E-0A6CBC77CD24}" dt="2022-05-23T07:27:07.543" v="139"/>
        <pc:sldMkLst>
          <pc:docMk/>
          <pc:sldMk cId="133769703" sldId="368"/>
        </pc:sldMkLst>
        <pc:spChg chg="mod">
          <ac:chgData name="Roman Jašek" userId="8c5da18282d529bf" providerId="LiveId" clId="{FFEE3A4D-B654-45D5-8B0E-0A6CBC77CD24}" dt="2022-05-23T07:27:07.543" v="139"/>
          <ac:spMkLst>
            <pc:docMk/>
            <pc:sldMk cId="133769703" sldId="368"/>
            <ac:spMk id="5" creationId="{9C417106-6B98-4107-A72B-64C79B6CA137}"/>
          </ac:spMkLst>
        </pc:spChg>
      </pc:sldChg>
      <pc:sldChg chg="modSp add del">
        <pc:chgData name="Roman Jašek" userId="8c5da18282d529bf" providerId="LiveId" clId="{FFEE3A4D-B654-45D5-8B0E-0A6CBC77CD24}" dt="2022-05-24T06:26:51.152" v="191" actId="47"/>
        <pc:sldMkLst>
          <pc:docMk/>
          <pc:sldMk cId="2162623682" sldId="369"/>
        </pc:sldMkLst>
        <pc:spChg chg="mod">
          <ac:chgData name="Roman Jašek" userId="8c5da18282d529bf" providerId="LiveId" clId="{FFEE3A4D-B654-45D5-8B0E-0A6CBC77CD24}" dt="2022-05-23T08:18:57.962" v="177"/>
          <ac:spMkLst>
            <pc:docMk/>
            <pc:sldMk cId="2162623682" sldId="369"/>
            <ac:spMk id="5" creationId="{55E1C24A-F3A3-410F-B882-B6F6295359B4}"/>
          </ac:spMkLst>
        </pc:spChg>
      </pc:sldChg>
      <pc:sldChg chg="modSp add">
        <pc:chgData name="Roman Jašek" userId="8c5da18282d529bf" providerId="LiveId" clId="{FFEE3A4D-B654-45D5-8B0E-0A6CBC77CD24}" dt="2022-05-23T07:28:12.664" v="155"/>
        <pc:sldMkLst>
          <pc:docMk/>
          <pc:sldMk cId="249848844" sldId="370"/>
        </pc:sldMkLst>
        <pc:spChg chg="mod">
          <ac:chgData name="Roman Jašek" userId="8c5da18282d529bf" providerId="LiveId" clId="{FFEE3A4D-B654-45D5-8B0E-0A6CBC77CD24}" dt="2022-05-23T07:28:12.664" v="155"/>
          <ac:spMkLst>
            <pc:docMk/>
            <pc:sldMk cId="249848844" sldId="370"/>
            <ac:spMk id="5" creationId="{40E29551-958B-4CD9-B473-C0BE578E037E}"/>
          </ac:spMkLst>
        </pc:spChg>
      </pc:sldChg>
      <pc:sldChg chg="modSp add">
        <pc:chgData name="Roman Jašek" userId="8c5da18282d529bf" providerId="LiveId" clId="{FFEE3A4D-B654-45D5-8B0E-0A6CBC77CD24}" dt="2022-05-23T07:27:07.543" v="139"/>
        <pc:sldMkLst>
          <pc:docMk/>
          <pc:sldMk cId="3476306058" sldId="371"/>
        </pc:sldMkLst>
        <pc:spChg chg="mod">
          <ac:chgData name="Roman Jašek" userId="8c5da18282d529bf" providerId="LiveId" clId="{FFEE3A4D-B654-45D5-8B0E-0A6CBC77CD24}" dt="2022-05-23T07:27:07.543" v="139"/>
          <ac:spMkLst>
            <pc:docMk/>
            <pc:sldMk cId="3476306058" sldId="371"/>
            <ac:spMk id="5" creationId="{9D01CA09-4699-42E5-B53D-61DB95A1386D}"/>
          </ac:spMkLst>
        </pc:spChg>
      </pc:sldChg>
      <pc:sldChg chg="modSp add">
        <pc:chgData name="Roman Jašek" userId="8c5da18282d529bf" providerId="LiveId" clId="{FFEE3A4D-B654-45D5-8B0E-0A6CBC77CD24}" dt="2022-05-23T07:27:07.543" v="139"/>
        <pc:sldMkLst>
          <pc:docMk/>
          <pc:sldMk cId="2242919665" sldId="372"/>
        </pc:sldMkLst>
        <pc:spChg chg="mod">
          <ac:chgData name="Roman Jašek" userId="8c5da18282d529bf" providerId="LiveId" clId="{FFEE3A4D-B654-45D5-8B0E-0A6CBC77CD24}" dt="2022-05-23T07:27:07.543" v="139"/>
          <ac:spMkLst>
            <pc:docMk/>
            <pc:sldMk cId="2242919665" sldId="372"/>
            <ac:spMk id="5" creationId="{33814A8C-4C7C-4F1C-A153-E0FBB2F8A082}"/>
          </ac:spMkLst>
        </pc:spChg>
      </pc:sldChg>
      <pc:sldChg chg="modSp add">
        <pc:chgData name="Roman Jašek" userId="8c5da18282d529bf" providerId="LiveId" clId="{FFEE3A4D-B654-45D5-8B0E-0A6CBC77CD24}" dt="2022-05-23T07:27:07.543" v="139"/>
        <pc:sldMkLst>
          <pc:docMk/>
          <pc:sldMk cId="2137398926" sldId="373"/>
        </pc:sldMkLst>
        <pc:spChg chg="mod">
          <ac:chgData name="Roman Jašek" userId="8c5da18282d529bf" providerId="LiveId" clId="{FFEE3A4D-B654-45D5-8B0E-0A6CBC77CD24}" dt="2022-05-23T07:27:07.543" v="139"/>
          <ac:spMkLst>
            <pc:docMk/>
            <pc:sldMk cId="2137398926" sldId="373"/>
            <ac:spMk id="5" creationId="{16394ABE-5A94-4FED-936A-BDA6EB7A3942}"/>
          </ac:spMkLst>
        </pc:spChg>
      </pc:sldChg>
      <pc:sldChg chg="modSp add">
        <pc:chgData name="Roman Jašek" userId="8c5da18282d529bf" providerId="LiveId" clId="{FFEE3A4D-B654-45D5-8B0E-0A6CBC77CD24}" dt="2022-05-23T07:27:07.543" v="139"/>
        <pc:sldMkLst>
          <pc:docMk/>
          <pc:sldMk cId="33473078" sldId="374"/>
        </pc:sldMkLst>
        <pc:spChg chg="mod">
          <ac:chgData name="Roman Jašek" userId="8c5da18282d529bf" providerId="LiveId" clId="{FFEE3A4D-B654-45D5-8B0E-0A6CBC77CD24}" dt="2022-05-23T07:27:07.543" v="139"/>
          <ac:spMkLst>
            <pc:docMk/>
            <pc:sldMk cId="33473078" sldId="374"/>
            <ac:spMk id="5" creationId="{7459A9E8-CEED-47C7-AEE5-B9B7570D23FA}"/>
          </ac:spMkLst>
        </pc:spChg>
      </pc:sldChg>
      <pc:sldChg chg="modSp add">
        <pc:chgData name="Roman Jašek" userId="8c5da18282d529bf" providerId="LiveId" clId="{FFEE3A4D-B654-45D5-8B0E-0A6CBC77CD24}" dt="2022-05-23T07:27:07.543" v="139"/>
        <pc:sldMkLst>
          <pc:docMk/>
          <pc:sldMk cId="146936097" sldId="375"/>
        </pc:sldMkLst>
        <pc:spChg chg="mod">
          <ac:chgData name="Roman Jašek" userId="8c5da18282d529bf" providerId="LiveId" clId="{FFEE3A4D-B654-45D5-8B0E-0A6CBC77CD24}" dt="2022-05-23T07:27:07.543" v="139"/>
          <ac:spMkLst>
            <pc:docMk/>
            <pc:sldMk cId="146936097" sldId="375"/>
            <ac:spMk id="5" creationId="{0B81E4B2-43FE-4A2F-A5BD-903143B08AD1}"/>
          </ac:spMkLst>
        </pc:spChg>
      </pc:sldChg>
      <pc:sldChg chg="modSp add">
        <pc:chgData name="Roman Jašek" userId="8c5da18282d529bf" providerId="LiveId" clId="{FFEE3A4D-B654-45D5-8B0E-0A6CBC77CD24}" dt="2022-05-23T07:27:07.543" v="139"/>
        <pc:sldMkLst>
          <pc:docMk/>
          <pc:sldMk cId="542410581" sldId="377"/>
        </pc:sldMkLst>
        <pc:spChg chg="mod">
          <ac:chgData name="Roman Jašek" userId="8c5da18282d529bf" providerId="LiveId" clId="{FFEE3A4D-B654-45D5-8B0E-0A6CBC77CD24}" dt="2022-05-23T07:27:07.543" v="139"/>
          <ac:spMkLst>
            <pc:docMk/>
            <pc:sldMk cId="542410581" sldId="377"/>
            <ac:spMk id="5" creationId="{1EC8CC95-650B-4E67-A8E5-4513322BDD8E}"/>
          </ac:spMkLst>
        </pc:spChg>
      </pc:sldChg>
      <pc:sldChg chg="modSp add">
        <pc:chgData name="Roman Jašek" userId="8c5da18282d529bf" providerId="LiveId" clId="{FFEE3A4D-B654-45D5-8B0E-0A6CBC77CD24}" dt="2022-05-23T07:28:12.664" v="155"/>
        <pc:sldMkLst>
          <pc:docMk/>
          <pc:sldMk cId="2359626885" sldId="378"/>
        </pc:sldMkLst>
        <pc:spChg chg="mod">
          <ac:chgData name="Roman Jašek" userId="8c5da18282d529bf" providerId="LiveId" clId="{FFEE3A4D-B654-45D5-8B0E-0A6CBC77CD24}" dt="2022-05-23T07:28:12.664" v="155"/>
          <ac:spMkLst>
            <pc:docMk/>
            <pc:sldMk cId="2359626885" sldId="378"/>
            <ac:spMk id="14" creationId="{86B43027-A723-449A-99A0-7B2E3E8E442C}"/>
          </ac:spMkLst>
        </pc:spChg>
      </pc:sldChg>
      <pc:sldChg chg="modSp add">
        <pc:chgData name="Roman Jašek" userId="8c5da18282d529bf" providerId="LiveId" clId="{FFEE3A4D-B654-45D5-8B0E-0A6CBC77CD24}" dt="2022-05-23T07:28:12.664" v="155"/>
        <pc:sldMkLst>
          <pc:docMk/>
          <pc:sldMk cId="1573385555" sldId="379"/>
        </pc:sldMkLst>
        <pc:spChg chg="mod">
          <ac:chgData name="Roman Jašek" userId="8c5da18282d529bf" providerId="LiveId" clId="{FFEE3A4D-B654-45D5-8B0E-0A6CBC77CD24}" dt="2022-05-23T07:28:12.664" v="155"/>
          <ac:spMkLst>
            <pc:docMk/>
            <pc:sldMk cId="1573385555" sldId="379"/>
            <ac:spMk id="8" creationId="{548178EC-45E9-45E8-8959-73850B5FFCA2}"/>
          </ac:spMkLst>
        </pc:spChg>
      </pc:sldChg>
      <pc:sldChg chg="modSp add">
        <pc:chgData name="Roman Jašek" userId="8c5da18282d529bf" providerId="LiveId" clId="{FFEE3A4D-B654-45D5-8B0E-0A6CBC77CD24}" dt="2022-05-23T07:28:34.939" v="161" actId="255"/>
        <pc:sldMkLst>
          <pc:docMk/>
          <pc:sldMk cId="1194657518" sldId="381"/>
        </pc:sldMkLst>
        <pc:spChg chg="mod">
          <ac:chgData name="Roman Jašek" userId="8c5da18282d529bf" providerId="LiveId" clId="{FFEE3A4D-B654-45D5-8B0E-0A6CBC77CD24}" dt="2022-05-23T07:28:34.939" v="161" actId="255"/>
          <ac:spMkLst>
            <pc:docMk/>
            <pc:sldMk cId="1194657518" sldId="381"/>
            <ac:spMk id="6" creationId="{E32A623E-3F45-414D-8636-A4FF2E881A49}"/>
          </ac:spMkLst>
        </pc:spChg>
        <pc:spChg chg="mod">
          <ac:chgData name="Roman Jašek" userId="8c5da18282d529bf" providerId="LiveId" clId="{FFEE3A4D-B654-45D5-8B0E-0A6CBC77CD24}" dt="2022-05-23T07:28:31.145" v="160" actId="255"/>
          <ac:spMkLst>
            <pc:docMk/>
            <pc:sldMk cId="1194657518" sldId="381"/>
            <ac:spMk id="10" creationId="{3A73B6E8-8F96-4C8D-A65E-5C71AE716C80}"/>
          </ac:spMkLst>
        </pc:spChg>
        <pc:spChg chg="mod">
          <ac:chgData name="Roman Jašek" userId="8c5da18282d529bf" providerId="LiveId" clId="{FFEE3A4D-B654-45D5-8B0E-0A6CBC77CD24}" dt="2022-05-23T07:28:26.794" v="159" actId="255"/>
          <ac:spMkLst>
            <pc:docMk/>
            <pc:sldMk cId="1194657518" sldId="381"/>
            <ac:spMk id="12" creationId="{1CDF6B3F-AEEE-4F90-BBBC-86FC664F1197}"/>
          </ac:spMkLst>
        </pc:spChg>
        <pc:spChg chg="mod">
          <ac:chgData name="Roman Jašek" userId="8c5da18282d529bf" providerId="LiveId" clId="{FFEE3A4D-B654-45D5-8B0E-0A6CBC77CD24}" dt="2022-05-23T07:28:12.664" v="155"/>
          <ac:spMkLst>
            <pc:docMk/>
            <pc:sldMk cId="1194657518" sldId="381"/>
            <ac:spMk id="14" creationId="{884A185E-DF7B-4D9C-9205-20EAF1C1789A}"/>
          </ac:spMkLst>
        </pc:spChg>
      </pc:sldChg>
      <pc:sldChg chg="modSp add">
        <pc:chgData name="Roman Jašek" userId="8c5da18282d529bf" providerId="LiveId" clId="{FFEE3A4D-B654-45D5-8B0E-0A6CBC77CD24}" dt="2022-05-23T07:29:13.833" v="166"/>
        <pc:sldMkLst>
          <pc:docMk/>
          <pc:sldMk cId="1096172076" sldId="382"/>
        </pc:sldMkLst>
        <pc:spChg chg="mod">
          <ac:chgData name="Roman Jašek" userId="8c5da18282d529bf" providerId="LiveId" clId="{FFEE3A4D-B654-45D5-8B0E-0A6CBC77CD24}" dt="2022-05-23T07:29:13.833" v="166"/>
          <ac:spMkLst>
            <pc:docMk/>
            <pc:sldMk cId="1096172076" sldId="382"/>
            <ac:spMk id="5" creationId="{40E29551-958B-4CD9-B473-C0BE578E037E}"/>
          </ac:spMkLst>
        </pc:spChg>
      </pc:sldChg>
      <pc:sldChg chg="modSp add mod">
        <pc:chgData name="Roman Jašek" userId="8c5da18282d529bf" providerId="LiveId" clId="{FFEE3A4D-B654-45D5-8B0E-0A6CBC77CD24}" dt="2022-05-23T07:29:33.960" v="169" actId="27636"/>
        <pc:sldMkLst>
          <pc:docMk/>
          <pc:sldMk cId="3138707681" sldId="383"/>
        </pc:sldMkLst>
        <pc:spChg chg="mod">
          <ac:chgData name="Roman Jašek" userId="8c5da18282d529bf" providerId="LiveId" clId="{FFEE3A4D-B654-45D5-8B0E-0A6CBC77CD24}" dt="2022-05-23T07:29:33.960" v="169" actId="27636"/>
          <ac:spMkLst>
            <pc:docMk/>
            <pc:sldMk cId="3138707681" sldId="383"/>
            <ac:spMk id="3" creationId="{43E189D2-5134-4BA6-A94D-C6B5602FA63A}"/>
          </ac:spMkLst>
        </pc:spChg>
        <pc:spChg chg="mod">
          <ac:chgData name="Roman Jašek" userId="8c5da18282d529bf" providerId="LiveId" clId="{FFEE3A4D-B654-45D5-8B0E-0A6CBC77CD24}" dt="2022-05-23T07:29:33.852" v="168"/>
          <ac:spMkLst>
            <pc:docMk/>
            <pc:sldMk cId="3138707681" sldId="383"/>
            <ac:spMk id="5" creationId="{60FE09F9-2641-477A-9418-ED1DBB12F0D0}"/>
          </ac:spMkLst>
        </pc:spChg>
      </pc:sldChg>
      <pc:sldChg chg="modSp add">
        <pc:chgData name="Roman Jašek" userId="8c5da18282d529bf" providerId="LiveId" clId="{FFEE3A4D-B654-45D5-8B0E-0A6CBC77CD24}" dt="2022-05-23T07:29:05.774" v="165"/>
        <pc:sldMkLst>
          <pc:docMk/>
          <pc:sldMk cId="221456226" sldId="384"/>
        </pc:sldMkLst>
        <pc:spChg chg="mod">
          <ac:chgData name="Roman Jašek" userId="8c5da18282d529bf" providerId="LiveId" clId="{FFEE3A4D-B654-45D5-8B0E-0A6CBC77CD24}" dt="2022-05-23T07:29:05.774" v="165"/>
          <ac:spMkLst>
            <pc:docMk/>
            <pc:sldMk cId="221456226" sldId="384"/>
            <ac:spMk id="5" creationId="{2670CBD1-77A4-46A4-B94A-328840D09D43}"/>
          </ac:spMkLst>
        </pc:spChg>
      </pc:sldChg>
      <pc:sldChg chg="modSp add">
        <pc:chgData name="Roman Jašek" userId="8c5da18282d529bf" providerId="LiveId" clId="{FFEE3A4D-B654-45D5-8B0E-0A6CBC77CD24}" dt="2022-05-23T07:29:29.659" v="167"/>
        <pc:sldMkLst>
          <pc:docMk/>
          <pc:sldMk cId="635587503" sldId="385"/>
        </pc:sldMkLst>
        <pc:spChg chg="mod">
          <ac:chgData name="Roman Jašek" userId="8c5da18282d529bf" providerId="LiveId" clId="{FFEE3A4D-B654-45D5-8B0E-0A6CBC77CD24}" dt="2022-05-23T07:29:29.659" v="167"/>
          <ac:spMkLst>
            <pc:docMk/>
            <pc:sldMk cId="635587503" sldId="385"/>
            <ac:spMk id="5" creationId="{87969D17-CB0F-46E2-A6E5-C127F7B8777A}"/>
          </ac:spMkLst>
        </pc:spChg>
      </pc:sldChg>
      <pc:sldChg chg="modSp add">
        <pc:chgData name="Roman Jašek" userId="8c5da18282d529bf" providerId="LiveId" clId="{FFEE3A4D-B654-45D5-8B0E-0A6CBC77CD24}" dt="2022-05-23T08:17:43.922" v="173"/>
        <pc:sldMkLst>
          <pc:docMk/>
          <pc:sldMk cId="1737343499" sldId="387"/>
        </pc:sldMkLst>
        <pc:spChg chg="mod">
          <ac:chgData name="Roman Jašek" userId="8c5da18282d529bf" providerId="LiveId" clId="{FFEE3A4D-B654-45D5-8B0E-0A6CBC77CD24}" dt="2022-05-23T08:17:43.922" v="173"/>
          <ac:spMkLst>
            <pc:docMk/>
            <pc:sldMk cId="1737343499" sldId="387"/>
            <ac:spMk id="5" creationId="{A224BB92-3105-4F87-9AD7-3BD43CC3E591}"/>
          </ac:spMkLst>
        </pc:spChg>
      </pc:sldChg>
      <pc:sldChg chg="modSp add">
        <pc:chgData name="Roman Jašek" userId="8c5da18282d529bf" providerId="LiveId" clId="{FFEE3A4D-B654-45D5-8B0E-0A6CBC77CD24}" dt="2022-05-23T07:27:07.543" v="139"/>
        <pc:sldMkLst>
          <pc:docMk/>
          <pc:sldMk cId="1209198016" sldId="398"/>
        </pc:sldMkLst>
        <pc:spChg chg="mod">
          <ac:chgData name="Roman Jašek" userId="8c5da18282d529bf" providerId="LiveId" clId="{FFEE3A4D-B654-45D5-8B0E-0A6CBC77CD24}" dt="2022-05-23T07:27:07.543" v="139"/>
          <ac:spMkLst>
            <pc:docMk/>
            <pc:sldMk cId="1209198016" sldId="398"/>
            <ac:spMk id="4" creationId="{69C4133F-387F-43CD-B98B-26D8FF7A6204}"/>
          </ac:spMkLst>
        </pc:spChg>
      </pc:sldChg>
      <pc:sldChg chg="modSp add del">
        <pc:chgData name="Roman Jašek" userId="8c5da18282d529bf" providerId="LiveId" clId="{FFEE3A4D-B654-45D5-8B0E-0A6CBC77CD24}" dt="2022-05-23T07:29:01.681" v="164"/>
        <pc:sldMkLst>
          <pc:docMk/>
          <pc:sldMk cId="3559883653" sldId="399"/>
        </pc:sldMkLst>
        <pc:spChg chg="mod">
          <ac:chgData name="Roman Jašek" userId="8c5da18282d529bf" providerId="LiveId" clId="{FFEE3A4D-B654-45D5-8B0E-0A6CBC77CD24}" dt="2022-05-23T07:29:01.681" v="164"/>
          <ac:spMkLst>
            <pc:docMk/>
            <pc:sldMk cId="3559883653" sldId="399"/>
            <ac:spMk id="4" creationId="{ED0CCE97-166F-4B5A-AAF8-9D4C93C219FC}"/>
          </ac:spMkLst>
        </pc:spChg>
      </pc:sldChg>
      <pc:sldChg chg="modSp add">
        <pc:chgData name="Roman Jašek" userId="8c5da18282d529bf" providerId="LiveId" clId="{FFEE3A4D-B654-45D5-8B0E-0A6CBC77CD24}" dt="2022-05-23T07:29:33.852" v="168"/>
        <pc:sldMkLst>
          <pc:docMk/>
          <pc:sldMk cId="3865751381" sldId="400"/>
        </pc:sldMkLst>
        <pc:spChg chg="mod">
          <ac:chgData name="Roman Jašek" userId="8c5da18282d529bf" providerId="LiveId" clId="{FFEE3A4D-B654-45D5-8B0E-0A6CBC77CD24}" dt="2022-05-23T07:29:33.852" v="168"/>
          <ac:spMkLst>
            <pc:docMk/>
            <pc:sldMk cId="3865751381" sldId="400"/>
            <ac:spMk id="4" creationId="{5B1E1BC4-A6F4-408F-BB69-8335B56F62B7}"/>
          </ac:spMkLst>
        </pc:spChg>
      </pc:sldChg>
      <pc:sldChg chg="modSp add mod">
        <pc:chgData name="Roman Jašek" userId="8c5da18282d529bf" providerId="LiveId" clId="{FFEE3A4D-B654-45D5-8B0E-0A6CBC77CD24}" dt="2022-05-23T07:29:34.010" v="170" actId="27636"/>
        <pc:sldMkLst>
          <pc:docMk/>
          <pc:sldMk cId="579516793" sldId="401"/>
        </pc:sldMkLst>
        <pc:spChg chg="mod">
          <ac:chgData name="Roman Jašek" userId="8c5da18282d529bf" providerId="LiveId" clId="{FFEE3A4D-B654-45D5-8B0E-0A6CBC77CD24}" dt="2022-05-23T07:29:34.010" v="170" actId="27636"/>
          <ac:spMkLst>
            <pc:docMk/>
            <pc:sldMk cId="579516793" sldId="401"/>
            <ac:spMk id="3" creationId="{7856F6BB-621B-429C-B189-AB1C7C0C8B4C}"/>
          </ac:spMkLst>
        </pc:spChg>
        <pc:spChg chg="mod">
          <ac:chgData name="Roman Jašek" userId="8c5da18282d529bf" providerId="LiveId" clId="{FFEE3A4D-B654-45D5-8B0E-0A6CBC77CD24}" dt="2022-05-23T07:29:33.852" v="168"/>
          <ac:spMkLst>
            <pc:docMk/>
            <pc:sldMk cId="579516793" sldId="401"/>
            <ac:spMk id="4" creationId="{F99704DE-F87D-42DA-B2DF-D6800CFCD445}"/>
          </ac:spMkLst>
        </pc:spChg>
      </pc:sldChg>
      <pc:sldChg chg="modSp add">
        <pc:chgData name="Roman Jašek" userId="8c5da18282d529bf" providerId="LiveId" clId="{FFEE3A4D-B654-45D5-8B0E-0A6CBC77CD24}" dt="2022-05-23T07:29:33.852" v="168"/>
        <pc:sldMkLst>
          <pc:docMk/>
          <pc:sldMk cId="637775529" sldId="402"/>
        </pc:sldMkLst>
        <pc:spChg chg="mod">
          <ac:chgData name="Roman Jašek" userId="8c5da18282d529bf" providerId="LiveId" clId="{FFEE3A4D-B654-45D5-8B0E-0A6CBC77CD24}" dt="2022-05-23T07:29:33.852" v="168"/>
          <ac:spMkLst>
            <pc:docMk/>
            <pc:sldMk cId="637775529" sldId="402"/>
            <ac:spMk id="4" creationId="{13266E77-FD67-400C-AAC8-E872B19B0B99}"/>
          </ac:spMkLst>
        </pc:spChg>
      </pc:sldChg>
      <pc:sldChg chg="modSp add">
        <pc:chgData name="Roman Jašek" userId="8c5da18282d529bf" providerId="LiveId" clId="{FFEE3A4D-B654-45D5-8B0E-0A6CBC77CD24}" dt="2022-05-23T07:29:33.852" v="168"/>
        <pc:sldMkLst>
          <pc:docMk/>
          <pc:sldMk cId="2954290540" sldId="403"/>
        </pc:sldMkLst>
        <pc:spChg chg="mod">
          <ac:chgData name="Roman Jašek" userId="8c5da18282d529bf" providerId="LiveId" clId="{FFEE3A4D-B654-45D5-8B0E-0A6CBC77CD24}" dt="2022-05-23T07:29:33.852" v="168"/>
          <ac:spMkLst>
            <pc:docMk/>
            <pc:sldMk cId="2954290540" sldId="403"/>
            <ac:spMk id="4" creationId="{5BC23F80-CE86-46C8-BE79-917587DD24DF}"/>
          </ac:spMkLst>
        </pc:spChg>
      </pc:sldChg>
      <pc:sldChg chg="modSp add">
        <pc:chgData name="Roman Jašek" userId="8c5da18282d529bf" providerId="LiveId" clId="{FFEE3A4D-B654-45D5-8B0E-0A6CBC77CD24}" dt="2022-05-23T07:29:33.852" v="168"/>
        <pc:sldMkLst>
          <pc:docMk/>
          <pc:sldMk cId="4036662809" sldId="404"/>
        </pc:sldMkLst>
        <pc:spChg chg="mod">
          <ac:chgData name="Roman Jašek" userId="8c5da18282d529bf" providerId="LiveId" clId="{FFEE3A4D-B654-45D5-8B0E-0A6CBC77CD24}" dt="2022-05-23T07:29:33.852" v="168"/>
          <ac:spMkLst>
            <pc:docMk/>
            <pc:sldMk cId="4036662809" sldId="404"/>
            <ac:spMk id="4" creationId="{AE611EB1-1D6F-4118-AB89-D15BE34FEE5D}"/>
          </ac:spMkLst>
        </pc:spChg>
      </pc:sldChg>
      <pc:sldChg chg="modSp add">
        <pc:chgData name="Roman Jašek" userId="8c5da18282d529bf" providerId="LiveId" clId="{FFEE3A4D-B654-45D5-8B0E-0A6CBC77CD24}" dt="2022-05-23T07:29:33.852" v="168"/>
        <pc:sldMkLst>
          <pc:docMk/>
          <pc:sldMk cId="3517272093" sldId="405"/>
        </pc:sldMkLst>
        <pc:spChg chg="mod">
          <ac:chgData name="Roman Jašek" userId="8c5da18282d529bf" providerId="LiveId" clId="{FFEE3A4D-B654-45D5-8B0E-0A6CBC77CD24}" dt="2022-05-23T07:29:33.852" v="168"/>
          <ac:spMkLst>
            <pc:docMk/>
            <pc:sldMk cId="3517272093" sldId="405"/>
            <ac:spMk id="4" creationId="{22B9A73D-634D-410C-93AD-39CCF8274BDA}"/>
          </ac:spMkLst>
        </pc:spChg>
      </pc:sldChg>
      <pc:sldChg chg="modSp add mod">
        <pc:chgData name="Roman Jašek" userId="8c5da18282d529bf" providerId="LiveId" clId="{FFEE3A4D-B654-45D5-8B0E-0A6CBC77CD24}" dt="2022-05-23T07:29:34.058" v="172" actId="27636"/>
        <pc:sldMkLst>
          <pc:docMk/>
          <pc:sldMk cId="2689994385" sldId="406"/>
        </pc:sldMkLst>
        <pc:spChg chg="mod">
          <ac:chgData name="Roman Jašek" userId="8c5da18282d529bf" providerId="LiveId" clId="{FFEE3A4D-B654-45D5-8B0E-0A6CBC77CD24}" dt="2022-05-23T07:29:34.058" v="172" actId="27636"/>
          <ac:spMkLst>
            <pc:docMk/>
            <pc:sldMk cId="2689994385" sldId="406"/>
            <ac:spMk id="3" creationId="{39F43D84-1E61-47F1-AEC9-679415A86EB4}"/>
          </ac:spMkLst>
        </pc:spChg>
        <pc:spChg chg="mod">
          <ac:chgData name="Roman Jašek" userId="8c5da18282d529bf" providerId="LiveId" clId="{FFEE3A4D-B654-45D5-8B0E-0A6CBC77CD24}" dt="2022-05-23T07:29:33.852" v="168"/>
          <ac:spMkLst>
            <pc:docMk/>
            <pc:sldMk cId="2689994385" sldId="406"/>
            <ac:spMk id="4" creationId="{75BF685A-8FDB-4950-A694-10D940A7DB34}"/>
          </ac:spMkLst>
        </pc:spChg>
      </pc:sldChg>
      <pc:sldChg chg="modSp add mod">
        <pc:chgData name="Roman Jašek" userId="8c5da18282d529bf" providerId="LiveId" clId="{FFEE3A4D-B654-45D5-8B0E-0A6CBC77CD24}" dt="2022-05-23T07:29:34.044" v="171" actId="27636"/>
        <pc:sldMkLst>
          <pc:docMk/>
          <pc:sldMk cId="683440961" sldId="407"/>
        </pc:sldMkLst>
        <pc:spChg chg="mod">
          <ac:chgData name="Roman Jašek" userId="8c5da18282d529bf" providerId="LiveId" clId="{FFEE3A4D-B654-45D5-8B0E-0A6CBC77CD24}" dt="2022-05-23T07:29:34.044" v="171" actId="27636"/>
          <ac:spMkLst>
            <pc:docMk/>
            <pc:sldMk cId="683440961" sldId="407"/>
            <ac:spMk id="3" creationId="{6B2463F8-840C-416D-A3DA-86CC3EF2EF26}"/>
          </ac:spMkLst>
        </pc:spChg>
        <pc:spChg chg="mod">
          <ac:chgData name="Roman Jašek" userId="8c5da18282d529bf" providerId="LiveId" clId="{FFEE3A4D-B654-45D5-8B0E-0A6CBC77CD24}" dt="2022-05-23T07:29:33.852" v="168"/>
          <ac:spMkLst>
            <pc:docMk/>
            <pc:sldMk cId="683440961" sldId="407"/>
            <ac:spMk id="4" creationId="{DECF9B0D-AD10-4338-956A-C89EAE645D62}"/>
          </ac:spMkLst>
        </pc:spChg>
      </pc:sldChg>
      <pc:sldChg chg="modSp add">
        <pc:chgData name="Roman Jašek" userId="8c5da18282d529bf" providerId="LiveId" clId="{FFEE3A4D-B654-45D5-8B0E-0A6CBC77CD24}" dt="2022-05-23T08:19:07.306" v="178"/>
        <pc:sldMkLst>
          <pc:docMk/>
          <pc:sldMk cId="868071753" sldId="409"/>
        </pc:sldMkLst>
        <pc:spChg chg="mod">
          <ac:chgData name="Roman Jašek" userId="8c5da18282d529bf" providerId="LiveId" clId="{FFEE3A4D-B654-45D5-8B0E-0A6CBC77CD24}" dt="2022-05-23T08:19:07.306" v="178"/>
          <ac:spMkLst>
            <pc:docMk/>
            <pc:sldMk cId="868071753" sldId="409"/>
            <ac:spMk id="4" creationId="{949E5B6F-E5F0-4DA7-BADF-73EB388C5A72}"/>
          </ac:spMkLst>
        </pc:spChg>
      </pc:sldChg>
      <pc:sldChg chg="add">
        <pc:chgData name="Roman Jašek" userId="8c5da18282d529bf" providerId="LiveId" clId="{FFEE3A4D-B654-45D5-8B0E-0A6CBC77CD24}" dt="2022-05-23T07:27:07.543" v="139"/>
        <pc:sldMkLst>
          <pc:docMk/>
          <pc:sldMk cId="1113948976" sldId="2147469507"/>
        </pc:sldMkLst>
      </pc:sldChg>
      <pc:sldChg chg="modSp add">
        <pc:chgData name="Roman Jašek" userId="8c5da18282d529bf" providerId="LiveId" clId="{FFEE3A4D-B654-45D5-8B0E-0A6CBC77CD24}" dt="2022-05-23T08:19:12.478" v="179"/>
        <pc:sldMkLst>
          <pc:docMk/>
          <pc:sldMk cId="2851571397" sldId="2147469921"/>
        </pc:sldMkLst>
        <pc:spChg chg="mod">
          <ac:chgData name="Roman Jašek" userId="8c5da18282d529bf" providerId="LiveId" clId="{FFEE3A4D-B654-45D5-8B0E-0A6CBC77CD24}" dt="2022-05-23T08:19:12.478" v="179"/>
          <ac:spMkLst>
            <pc:docMk/>
            <pc:sldMk cId="2851571397" sldId="2147469921"/>
            <ac:spMk id="4" creationId="{56765774-807E-4290-A221-154F6527C420}"/>
          </ac:spMkLst>
        </pc:spChg>
      </pc:sldChg>
      <pc:sldChg chg="modSp add">
        <pc:chgData name="Roman Jašek" userId="8c5da18282d529bf" providerId="LiveId" clId="{FFEE3A4D-B654-45D5-8B0E-0A6CBC77CD24}" dt="2022-05-23T07:27:07.543" v="139"/>
        <pc:sldMkLst>
          <pc:docMk/>
          <pc:sldMk cId="4230991030" sldId="2147469922"/>
        </pc:sldMkLst>
        <pc:spChg chg="mod">
          <ac:chgData name="Roman Jašek" userId="8c5da18282d529bf" providerId="LiveId" clId="{FFEE3A4D-B654-45D5-8B0E-0A6CBC77CD24}" dt="2022-05-23T07:27:07.543" v="139"/>
          <ac:spMkLst>
            <pc:docMk/>
            <pc:sldMk cId="4230991030" sldId="2147469922"/>
            <ac:spMk id="4" creationId="{0D466D33-08DB-4E37-A2E4-59B20D6AB076}"/>
          </ac:spMkLst>
        </pc:spChg>
      </pc:sldChg>
      <pc:sldChg chg="modSp add">
        <pc:chgData name="Roman Jašek" userId="8c5da18282d529bf" providerId="LiveId" clId="{FFEE3A4D-B654-45D5-8B0E-0A6CBC77CD24}" dt="2022-05-23T07:27:07.543" v="139"/>
        <pc:sldMkLst>
          <pc:docMk/>
          <pc:sldMk cId="786651612" sldId="2147469923"/>
        </pc:sldMkLst>
        <pc:spChg chg="mod">
          <ac:chgData name="Roman Jašek" userId="8c5da18282d529bf" providerId="LiveId" clId="{FFEE3A4D-B654-45D5-8B0E-0A6CBC77CD24}" dt="2022-05-23T07:27:07.543" v="139"/>
          <ac:spMkLst>
            <pc:docMk/>
            <pc:sldMk cId="786651612" sldId="2147469923"/>
            <ac:spMk id="4" creationId="{37460A6C-855E-4DDC-8E15-8B3B17321819}"/>
          </ac:spMkLst>
        </pc:spChg>
      </pc:sldChg>
      <pc:sldChg chg="add">
        <pc:chgData name="Roman Jašek" userId="8c5da18282d529bf" providerId="LiveId" clId="{FFEE3A4D-B654-45D5-8B0E-0A6CBC77CD24}" dt="2022-05-23T08:19:12.478" v="179"/>
        <pc:sldMkLst>
          <pc:docMk/>
          <pc:sldMk cId="2850204903" sldId="2147469925"/>
        </pc:sldMkLst>
      </pc:sldChg>
      <pc:sldChg chg="modSp add">
        <pc:chgData name="Roman Jašek" userId="8c5da18282d529bf" providerId="LiveId" clId="{FFEE3A4D-B654-45D5-8B0E-0A6CBC77CD24}" dt="2022-05-23T08:17:49.887" v="174"/>
        <pc:sldMkLst>
          <pc:docMk/>
          <pc:sldMk cId="3886744144" sldId="2147469926"/>
        </pc:sldMkLst>
        <pc:spChg chg="mod">
          <ac:chgData name="Roman Jašek" userId="8c5da18282d529bf" providerId="LiveId" clId="{FFEE3A4D-B654-45D5-8B0E-0A6CBC77CD24}" dt="2022-05-23T08:17:49.887" v="174"/>
          <ac:spMkLst>
            <pc:docMk/>
            <pc:sldMk cId="3886744144" sldId="2147469926"/>
            <ac:spMk id="5" creationId="{0955B7D1-812D-436A-93AF-1EC92E16358D}"/>
          </ac:spMkLst>
        </pc:spChg>
      </pc:sldChg>
      <pc:sldChg chg="modSp add modAnim">
        <pc:chgData name="Roman Jašek" userId="8c5da18282d529bf" providerId="LiveId" clId="{FFEE3A4D-B654-45D5-8B0E-0A6CBC77CD24}" dt="2022-05-23T11:30:26.518" v="189" actId="20577"/>
        <pc:sldMkLst>
          <pc:docMk/>
          <pc:sldMk cId="2326450318" sldId="2147469927"/>
        </pc:sldMkLst>
        <pc:spChg chg="mod">
          <ac:chgData name="Roman Jašek" userId="8c5da18282d529bf" providerId="LiveId" clId="{FFEE3A4D-B654-45D5-8B0E-0A6CBC77CD24}" dt="2022-05-23T11:30:26.518" v="189" actId="20577"/>
          <ac:spMkLst>
            <pc:docMk/>
            <pc:sldMk cId="2326450318" sldId="2147469927"/>
            <ac:spMk id="3" creationId="{5341C9FE-C62E-42C2-B1F2-C8A96C9E010F}"/>
          </ac:spMkLst>
        </pc:spChg>
        <pc:spChg chg="mod">
          <ac:chgData name="Roman Jašek" userId="8c5da18282d529bf" providerId="LiveId" clId="{FFEE3A4D-B654-45D5-8B0E-0A6CBC77CD24}" dt="2022-05-23T08:17:43.922" v="173"/>
          <ac:spMkLst>
            <pc:docMk/>
            <pc:sldMk cId="2326450318" sldId="2147469927"/>
            <ac:spMk id="5" creationId="{668F8B42-6901-43B9-97C0-A2580E45AB59}"/>
          </ac:spMkLst>
        </pc:spChg>
      </pc:sldChg>
      <pc:sldChg chg="modSp add del">
        <pc:chgData name="Roman Jašek" userId="8c5da18282d529bf" providerId="LiveId" clId="{FFEE3A4D-B654-45D5-8B0E-0A6CBC77CD24}" dt="2022-05-23T08:35:57.090" v="182" actId="47"/>
        <pc:sldMkLst>
          <pc:docMk/>
          <pc:sldMk cId="2552864949" sldId="2147469928"/>
        </pc:sldMkLst>
        <pc:spChg chg="mod">
          <ac:chgData name="Roman Jašek" userId="8c5da18282d529bf" providerId="LiveId" clId="{FFEE3A4D-B654-45D5-8B0E-0A6CBC77CD24}" dt="2022-05-23T07:29:33.852" v="168"/>
          <ac:spMkLst>
            <pc:docMk/>
            <pc:sldMk cId="2552864949" sldId="2147469928"/>
            <ac:spMk id="4" creationId="{6F85FA5B-503F-4460-B60C-0EFADFCE4DBE}"/>
          </ac:spMkLst>
        </pc:spChg>
      </pc:sldChg>
      <pc:sldChg chg="modSp add">
        <pc:chgData name="Roman Jašek" userId="8c5da18282d529bf" providerId="LiveId" clId="{FFEE3A4D-B654-45D5-8B0E-0A6CBC77CD24}" dt="2022-05-23T08:19:12.478" v="179"/>
        <pc:sldMkLst>
          <pc:docMk/>
          <pc:sldMk cId="4048263769" sldId="2147469930"/>
        </pc:sldMkLst>
        <pc:spChg chg="mod">
          <ac:chgData name="Roman Jašek" userId="8c5da18282d529bf" providerId="LiveId" clId="{FFEE3A4D-B654-45D5-8B0E-0A6CBC77CD24}" dt="2022-05-23T08:19:12.478" v="179"/>
          <ac:spMkLst>
            <pc:docMk/>
            <pc:sldMk cId="4048263769" sldId="2147469930"/>
            <ac:spMk id="4" creationId="{ED0CCE97-166F-4B5A-AAF8-9D4C93C219FC}"/>
          </ac:spMkLst>
        </pc:spChg>
      </pc:sldChg>
      <pc:sldChg chg="modSp add del">
        <pc:chgData name="Roman Jašek" userId="8c5da18282d529bf" providerId="LiveId" clId="{FFEE3A4D-B654-45D5-8B0E-0A6CBC77CD24}" dt="2022-05-23T08:35:31.540" v="180" actId="47"/>
        <pc:sldMkLst>
          <pc:docMk/>
          <pc:sldMk cId="3382997387" sldId="2147469931"/>
        </pc:sldMkLst>
        <pc:spChg chg="mod">
          <ac:chgData name="Roman Jašek" userId="8c5da18282d529bf" providerId="LiveId" clId="{FFEE3A4D-B654-45D5-8B0E-0A6CBC77CD24}" dt="2022-05-23T08:19:12.478" v="179"/>
          <ac:spMkLst>
            <pc:docMk/>
            <pc:sldMk cId="3382997387" sldId="2147469931"/>
            <ac:spMk id="4" creationId="{4B2C431E-BD14-4C5A-AAFD-2F225D45BF42}"/>
          </ac:spMkLst>
        </pc:spChg>
      </pc:sldChg>
      <pc:sldChg chg="modSp add">
        <pc:chgData name="Roman Jašek" userId="8c5da18282d529bf" providerId="LiveId" clId="{FFEE3A4D-B654-45D5-8B0E-0A6CBC77CD24}" dt="2022-05-23T08:35:53.866" v="181"/>
        <pc:sldMkLst>
          <pc:docMk/>
          <pc:sldMk cId="763093110" sldId="2147469932"/>
        </pc:sldMkLst>
        <pc:spChg chg="mod">
          <ac:chgData name="Roman Jašek" userId="8c5da18282d529bf" providerId="LiveId" clId="{FFEE3A4D-B654-45D5-8B0E-0A6CBC77CD24}" dt="2022-05-23T08:35:53.866" v="181"/>
          <ac:spMkLst>
            <pc:docMk/>
            <pc:sldMk cId="763093110" sldId="2147469932"/>
            <ac:spMk id="4" creationId="{437C68D3-C18D-1F31-7FD1-9431E8B64DB3}"/>
          </ac:spMkLst>
        </pc:spChg>
      </pc:sldChg>
      <pc:sldChg chg="modSp add">
        <pc:chgData name="Roman Jašek" userId="8c5da18282d529bf" providerId="LiveId" clId="{FFEE3A4D-B654-45D5-8B0E-0A6CBC77CD24}" dt="2022-05-23T08:35:53.866" v="181"/>
        <pc:sldMkLst>
          <pc:docMk/>
          <pc:sldMk cId="590536819" sldId="2147469933"/>
        </pc:sldMkLst>
        <pc:spChg chg="mod">
          <ac:chgData name="Roman Jašek" userId="8c5da18282d529bf" providerId="LiveId" clId="{FFEE3A4D-B654-45D5-8B0E-0A6CBC77CD24}" dt="2022-05-23T08:35:53.866" v="181"/>
          <ac:spMkLst>
            <pc:docMk/>
            <pc:sldMk cId="590536819" sldId="2147469933"/>
            <ac:spMk id="4" creationId="{8B01F99D-AD03-177D-037F-6126B69B289A}"/>
          </ac:spMkLst>
        </pc:spChg>
      </pc:sldChg>
      <pc:sldChg chg="modSp add">
        <pc:chgData name="Roman Jašek" userId="8c5da18282d529bf" providerId="LiveId" clId="{FFEE3A4D-B654-45D5-8B0E-0A6CBC77CD24}" dt="2022-05-23T08:35:53.866" v="181"/>
        <pc:sldMkLst>
          <pc:docMk/>
          <pc:sldMk cId="3764484682" sldId="2147469934"/>
        </pc:sldMkLst>
        <pc:spChg chg="mod">
          <ac:chgData name="Roman Jašek" userId="8c5da18282d529bf" providerId="LiveId" clId="{FFEE3A4D-B654-45D5-8B0E-0A6CBC77CD24}" dt="2022-05-23T08:35:53.866" v="181"/>
          <ac:spMkLst>
            <pc:docMk/>
            <pc:sldMk cId="3764484682" sldId="2147469934"/>
            <ac:spMk id="4" creationId="{F9288C92-D596-E2E7-D96F-11D7E0AFBDF0}"/>
          </ac:spMkLst>
        </pc:spChg>
      </pc:sldChg>
      <pc:sldChg chg="modSp add">
        <pc:chgData name="Roman Jašek" userId="8c5da18282d529bf" providerId="LiveId" clId="{FFEE3A4D-B654-45D5-8B0E-0A6CBC77CD24}" dt="2022-05-23T08:35:53.866" v="181"/>
        <pc:sldMkLst>
          <pc:docMk/>
          <pc:sldMk cId="1602287331" sldId="2147469935"/>
        </pc:sldMkLst>
        <pc:spChg chg="mod">
          <ac:chgData name="Roman Jašek" userId="8c5da18282d529bf" providerId="LiveId" clId="{FFEE3A4D-B654-45D5-8B0E-0A6CBC77CD24}" dt="2022-05-23T08:35:53.866" v="181"/>
          <ac:spMkLst>
            <pc:docMk/>
            <pc:sldMk cId="1602287331" sldId="2147469935"/>
            <ac:spMk id="4" creationId="{11628A66-9900-ABDB-1608-7EEE19971950}"/>
          </ac:spMkLst>
        </pc:spChg>
      </pc:sldChg>
      <pc:sldChg chg="modSp add">
        <pc:chgData name="Roman Jašek" userId="8c5da18282d529bf" providerId="LiveId" clId="{FFEE3A4D-B654-45D5-8B0E-0A6CBC77CD24}" dt="2022-05-23T08:35:53.866" v="181"/>
        <pc:sldMkLst>
          <pc:docMk/>
          <pc:sldMk cId="243248560" sldId="2147469936"/>
        </pc:sldMkLst>
        <pc:spChg chg="mod">
          <ac:chgData name="Roman Jašek" userId="8c5da18282d529bf" providerId="LiveId" clId="{FFEE3A4D-B654-45D5-8B0E-0A6CBC77CD24}" dt="2022-05-23T08:35:53.866" v="181"/>
          <ac:spMkLst>
            <pc:docMk/>
            <pc:sldMk cId="243248560" sldId="2147469936"/>
            <ac:spMk id="4" creationId="{9AD40DA5-95DB-66E5-7881-6FD8F5D4025B}"/>
          </ac:spMkLst>
        </pc:spChg>
      </pc:sldChg>
      <pc:sldChg chg="modSp add">
        <pc:chgData name="Roman Jašek" userId="8c5da18282d529bf" providerId="LiveId" clId="{FFEE3A4D-B654-45D5-8B0E-0A6CBC77CD24}" dt="2022-05-24T06:26:49.014" v="190"/>
        <pc:sldMkLst>
          <pc:docMk/>
          <pc:sldMk cId="1574856674" sldId="2147469937"/>
        </pc:sldMkLst>
        <pc:spChg chg="mod">
          <ac:chgData name="Roman Jašek" userId="8c5da18282d529bf" providerId="LiveId" clId="{FFEE3A4D-B654-45D5-8B0E-0A6CBC77CD24}" dt="2022-05-24T06:26:49.014" v="190"/>
          <ac:spMkLst>
            <pc:docMk/>
            <pc:sldMk cId="1574856674" sldId="2147469937"/>
            <ac:spMk id="5" creationId="{55E1C24A-F3A3-410F-B882-B6F6295359B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DCBB5-9E8F-4C3C-B3FF-42B56171167A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86336-D277-4B30-A6AE-9563521D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77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Next I want to talk about .NET MAUI. 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endParaRPr lang="en-US" sz="1800" kern="1200">
              <a:solidFill>
                <a:srgbClr val="000000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.NET MAUI is the evolution of </a:t>
            </a:r>
            <a:r>
              <a:rPr lang="en-US" sz="1800" kern="120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Xamarin.Forms</a:t>
            </a: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designed to help you deliver high-performance, cross-platform, native desktop &amp; mobile apps all from a single codebase. 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endParaRPr lang="en-US" sz="1800" kern="1200">
              <a:solidFill>
                <a:srgbClr val="000000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.NET MAUI under the hood uses technologies out there today for building native apps on Windows with </a:t>
            </a:r>
            <a:r>
              <a:rPr lang="en-US" sz="1800" kern="120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WinUI</a:t>
            </a: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, Mac Catalyst for macOS, and of course, iOS and Android. .NET MAUI abstracts all those frameworks into a single framework built on .NET 6. 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endParaRPr lang="en-US" sz="1800" kern="1200">
              <a:solidFill>
                <a:srgbClr val="000000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.NET MAUI on Windows supports </a:t>
            </a:r>
            <a:r>
              <a:rPr lang="en-US" sz="1800" kern="120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WinUI</a:t>
            </a: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allowing these apps to use all the newest native features on supported versions of Windows 10.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endParaRPr lang="en-US" sz="1800" kern="1200">
              <a:solidFill>
                <a:srgbClr val="000000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That means you can build all these apps for any device from a single codebase and project system. Instead of learning different stacks and languages for each, you can use </a:t>
            </a:r>
            <a:r>
              <a:rPr lang="en-US" sz="1800" b="1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one language</a:t>
            </a: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, </a:t>
            </a:r>
            <a:r>
              <a:rPr lang="en-US" sz="1800" b="1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one set of libraries</a:t>
            </a: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, and </a:t>
            </a:r>
            <a:r>
              <a:rPr lang="en-US" sz="1800" b="1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one UI stack </a:t>
            </a: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for all of them. 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endParaRPr lang="en-US" sz="1800" kern="1200">
              <a:solidFill>
                <a:srgbClr val="000000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It will release early spring next year. You can watch the progress and help contribute on GitHub in the /dotnet/</a:t>
            </a:r>
            <a:r>
              <a:rPr lang="en-US" sz="1800" kern="120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maui</a:t>
            </a:r>
            <a:r>
              <a:rPr lang="en-US" sz="1800" kern="120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repo.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4E7EBF-8FEE-4079-889B-EEE134D308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8497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AAB – Android </a:t>
            </a:r>
            <a:r>
              <a:rPr lang="sk-SK" err="1"/>
              <a:t>App</a:t>
            </a:r>
            <a:r>
              <a:rPr lang="sk-SK"/>
              <a:t> </a:t>
            </a:r>
            <a:r>
              <a:rPr lang="sk-SK" err="1"/>
              <a:t>Bundle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87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E0FFFC-B299-4DB4-A5A2-5FE0A233D244}" type="slidenum">
              <a:rPr lang="cs-CZ" smtClean="0">
                <a:solidFill>
                  <a:prstClr val="black"/>
                </a:solidFill>
              </a:rPr>
              <a:pPr/>
              <a:t>47</a:t>
            </a:fld>
            <a:endParaRPr lang="cs-CZ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23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814918" y="2130426"/>
            <a:ext cx="10561669" cy="866527"/>
          </a:xfrm>
        </p:spPr>
        <p:txBody>
          <a:bodyPr>
            <a:normAutofit/>
          </a:bodyPr>
          <a:lstStyle>
            <a:lvl1pPr>
              <a:defRPr sz="54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cs-CZ"/>
              <a:t>Název přednášky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814918" y="4052664"/>
            <a:ext cx="10561669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 spc="-60" baseline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Kontaktní informace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3328" y="0"/>
            <a:ext cx="6096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814918" y="2997200"/>
            <a:ext cx="10562167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cs-CZ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321584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spc="-6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cs-CZ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609600" y="1772816"/>
            <a:ext cx="10972800" cy="44644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 i="1"/>
            </a:lvl5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391477" y="6448252"/>
            <a:ext cx="12481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831637" y="6448252"/>
            <a:ext cx="6720747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23392" y="6448252"/>
            <a:ext cx="57606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>
                <a:solidFill>
                  <a:srgbClr val="1E326C"/>
                </a:solidFill>
              </a:rPr>
              <a:pPr/>
              <a:t>‹#›</a:t>
            </a:fld>
            <a:endParaRPr lang="cs-CZ">
              <a:solidFill>
                <a:srgbClr val="1E32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56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609600" y="413792"/>
            <a:ext cx="10972800" cy="782960"/>
          </a:xfrm>
        </p:spPr>
        <p:txBody>
          <a:bodyPr>
            <a:normAutofit/>
          </a:bodyPr>
          <a:lstStyle>
            <a:lvl1pPr>
              <a:defRPr sz="4000" spc="-6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cs-CZ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609600" y="1412776"/>
            <a:ext cx="10972800" cy="4824536"/>
          </a:xfrm>
        </p:spPr>
        <p:txBody>
          <a:bodyPr>
            <a:normAutofit/>
          </a:bodyPr>
          <a:lstStyle>
            <a:lvl1pPr>
              <a:defRPr sz="2800"/>
            </a:lvl1pPr>
            <a:lvl2pPr marL="628650" indent="-285750">
              <a:buFont typeface="Segoe UI" panose="020B0502040204020203" pitchFamily="34" charset="0"/>
              <a:buChar char="−"/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 i="1"/>
            </a:lvl5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391477" y="6448252"/>
            <a:ext cx="12481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831637" y="6448252"/>
            <a:ext cx="6720747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23392" y="6448252"/>
            <a:ext cx="57606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>
                <a:solidFill>
                  <a:srgbClr val="1E326C"/>
                </a:solidFill>
              </a:rPr>
              <a:pPr/>
              <a:t>‹#›</a:t>
            </a:fld>
            <a:endParaRPr lang="cs-CZ">
              <a:solidFill>
                <a:srgbClr val="1E32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71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814918" y="2130426"/>
            <a:ext cx="10561669" cy="1470025"/>
          </a:xfrm>
        </p:spPr>
        <p:txBody>
          <a:bodyPr>
            <a:normAutofit/>
          </a:bodyPr>
          <a:lstStyle>
            <a:lvl1pPr>
              <a:defRPr sz="44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cs-CZ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814918" y="4052664"/>
            <a:ext cx="10561669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Kontaktní informace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3328" y="0"/>
            <a:ext cx="6096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024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09600" y="1772816"/>
            <a:ext cx="53848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6197600" y="1772816"/>
            <a:ext cx="53848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391477" y="6448252"/>
            <a:ext cx="12481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831637" y="6448252"/>
            <a:ext cx="6720747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23392" y="6453337"/>
            <a:ext cx="57606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>
                <a:solidFill>
                  <a:srgbClr val="1E326C"/>
                </a:solidFill>
              </a:rPr>
              <a:pPr/>
              <a:t>‹#›</a:t>
            </a:fld>
            <a:endParaRPr lang="cs-CZ">
              <a:solidFill>
                <a:srgbClr val="1E32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610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3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68" y="1535113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391477" y="6448252"/>
            <a:ext cx="12481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831637" y="6448252"/>
            <a:ext cx="6720747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23392" y="6448252"/>
            <a:ext cx="57606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>
                <a:solidFill>
                  <a:srgbClr val="1E326C"/>
                </a:solidFill>
              </a:rPr>
              <a:pPr/>
              <a:t>‹#›</a:t>
            </a:fld>
            <a:endParaRPr lang="cs-CZ">
              <a:solidFill>
                <a:srgbClr val="1E32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70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9734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Nadpis snímku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1700808"/>
            <a:ext cx="3504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8078400" y="1742827"/>
            <a:ext cx="3504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>
                <a:solidFill>
                  <a:srgbClr val="1E326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1E326C"/>
              </a:solidFill>
            </a:endParaRP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344000" y="1700808"/>
            <a:ext cx="3504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51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9734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Nadpis snímku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3"/>
            <a:ext cx="3504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174875"/>
            <a:ext cx="3504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8078400" y="1535113"/>
            <a:ext cx="3504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8078400" y="2174875"/>
            <a:ext cx="3504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>
                <a:solidFill>
                  <a:srgbClr val="1E326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1E326C"/>
              </a:solidFill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344000" y="1535113"/>
            <a:ext cx="3504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344000" y="2174875"/>
            <a:ext cx="3504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3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9734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Nadpis snímku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3933056"/>
            <a:ext cx="5390389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2011" y="1700809"/>
            <a:ext cx="5390389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>
                <a:solidFill>
                  <a:srgbClr val="1E326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1E326C"/>
              </a:solidFill>
            </a:endParaRP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192011" y="3933056"/>
            <a:ext cx="5328203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623392" y="1700808"/>
            <a:ext cx="5376597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0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814918" y="2130426"/>
            <a:ext cx="10561669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14918" y="4052664"/>
            <a:ext cx="10561669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3328" y="0"/>
            <a:ext cx="6096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965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391477" y="6448252"/>
            <a:ext cx="12481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831637" y="6448252"/>
            <a:ext cx="6720747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23392" y="6448252"/>
            <a:ext cx="57606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>
                <a:solidFill>
                  <a:srgbClr val="1E326C"/>
                </a:solidFill>
              </a:rPr>
              <a:pPr/>
              <a:t>‹#›</a:t>
            </a:fld>
            <a:endParaRPr lang="cs-CZ">
              <a:solidFill>
                <a:srgbClr val="1E32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051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391477" y="6448252"/>
            <a:ext cx="12481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831637" y="6448252"/>
            <a:ext cx="6720747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23392" y="6448252"/>
            <a:ext cx="57606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>
                <a:solidFill>
                  <a:srgbClr val="1E326C"/>
                </a:solidFill>
              </a:rPr>
              <a:pPr/>
              <a:t>‹#›</a:t>
            </a:fld>
            <a:endParaRPr lang="cs-CZ">
              <a:solidFill>
                <a:srgbClr val="1E32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398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1411552"/>
            <a:ext cx="11176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310886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184808"/>
          </a:xfrm>
        </p:spPr>
        <p:txBody>
          <a:bodyPr>
            <a:spAutoFit/>
          </a:bodyPr>
          <a:lstStyle>
            <a:lvl3pPr>
              <a:defRPr sz="2353"/>
            </a:lvl3pPr>
            <a:lvl4pPr>
              <a:defRPr sz="1961"/>
            </a:lvl4pPr>
            <a:lvl5pPr>
              <a:defRPr sz="196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889618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24162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09600" y="413792"/>
            <a:ext cx="109728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09600" y="1772816"/>
            <a:ext cx="109728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/>
              <a:t>První úroveň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391477" y="6448252"/>
            <a:ext cx="12481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831637" y="6448252"/>
            <a:ext cx="6720747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23392" y="6448252"/>
            <a:ext cx="57606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>
                <a:solidFill>
                  <a:srgbClr val="1E326C"/>
                </a:solidFill>
              </a:rPr>
              <a:pPr/>
              <a:t>‹#›</a:t>
            </a:fld>
            <a:endParaRPr lang="cs-CZ">
              <a:solidFill>
                <a:srgbClr val="1E326C"/>
              </a:solidFill>
            </a:endParaRPr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6096000" y="0"/>
            <a:ext cx="6096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180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5613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5" r:id="rId13"/>
    <p:sldLayoutId id="2147483677" r:id="rId14"/>
    <p:sldLayoutId id="2147483678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60" baseline="0">
          <a:solidFill>
            <a:schemeClr val="tx2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2000" i="1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oman.jasek@riganti.cz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amarin/XamarinCommunityToolkit/blob/main/MauiCompat.sh" TargetMode="External"/><Relationship Id="rId2" Type="http://schemas.openxmlformats.org/officeDocument/2006/relationships/hyperlink" Target="https://github.com/xamarin/XamarinCommunityToolkit/blob/main/MauiCompatSteps.md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otnet/maui/wiki/Roadmap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sho/cookbook-maui" TargetMode="Externa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mailto:roman.jasek@riganti.cz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/>
              <a:t>.NET MAUI</a:t>
            </a:r>
            <a:endParaRPr lang="cs-CZ" sz="5400"/>
          </a:p>
        </p:txBody>
      </p:sp>
      <p:sp>
        <p:nvSpPr>
          <p:cNvPr id="2" name="Podnadpis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Roman Ja</a:t>
            </a:r>
            <a:r>
              <a:rPr lang="sk-SK" b="1" dirty="0"/>
              <a:t>šek</a:t>
            </a:r>
            <a:endParaRPr lang="cs-CZ" b="1" dirty="0"/>
          </a:p>
          <a:p>
            <a:r>
              <a:rPr lang="cs-CZ" sz="2000" dirty="0"/>
              <a:t>Software </a:t>
            </a:r>
            <a:r>
              <a:rPr lang="cs-CZ" sz="2000" dirty="0" err="1"/>
              <a:t>Architect</a:t>
            </a:r>
            <a:r>
              <a:rPr lang="en-US" sz="2000" dirty="0"/>
              <a:t> @ </a:t>
            </a:r>
            <a:r>
              <a:rPr lang="en-US" sz="2000" dirty="0" err="1"/>
              <a:t>Riganti</a:t>
            </a:r>
            <a:r>
              <a:rPr lang="en-US" sz="2000" dirty="0"/>
              <a:t> </a:t>
            </a:r>
            <a:r>
              <a:rPr lang="en-US" sz="2000" dirty="0" err="1"/>
              <a:t>s.r.o.</a:t>
            </a:r>
            <a:r>
              <a:rPr lang="cs-CZ" sz="2000" dirty="0"/>
              <a:t> </a:t>
            </a:r>
            <a:r>
              <a:rPr lang="en-US" sz="2000" dirty="0"/>
              <a:t>|</a:t>
            </a:r>
            <a:r>
              <a:rPr lang="cs-CZ" sz="2000" dirty="0"/>
              <a:t> </a:t>
            </a:r>
            <a:r>
              <a:rPr lang="en-US" sz="2000"/>
              <a:t>Microsoft MVP</a:t>
            </a:r>
            <a:endParaRPr lang="cs-CZ" sz="2000" dirty="0"/>
          </a:p>
          <a:p>
            <a:r>
              <a:rPr lang="en-US" sz="2000" dirty="0">
                <a:hlinkClick r:id="rId3"/>
              </a:rPr>
              <a:t>roman.jasek@riganti.cz</a:t>
            </a:r>
            <a:r>
              <a:rPr lang="cs-CZ" sz="20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570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0E7814F-772A-488B-9829-94D3C5B349DF}"/>
              </a:ext>
            </a:extLst>
          </p:cNvPr>
          <p:cNvSpPr txBox="1"/>
          <p:nvPr/>
        </p:nvSpPr>
        <p:spPr>
          <a:xfrm>
            <a:off x="6060117" y="1926946"/>
            <a:ext cx="613188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en-US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Cross-platform, native UI </a:t>
            </a:r>
          </a:p>
          <a:p>
            <a:pPr defTabSz="914377">
              <a:defRPr/>
            </a:pPr>
            <a:endParaRPr lang="en-US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defTabSz="914377">
              <a:defRPr/>
            </a:pPr>
            <a:r>
              <a:rPr lang="en-US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Single project system, single codebase</a:t>
            </a:r>
          </a:p>
          <a:p>
            <a:pPr defTabSz="914377">
              <a:defRPr/>
            </a:pPr>
            <a:endParaRPr lang="en-US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defTabSz="914377">
              <a:defRPr/>
            </a:pPr>
            <a:r>
              <a:rPr lang="en-US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 to multiple devices, mobile &amp; desktop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C376708-27FB-47AF-ABE1-2D622AC8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.NET Multi-platform App UI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56ECE8-C979-467B-9DBF-255CA25E0517}"/>
              </a:ext>
            </a:extLst>
          </p:cNvPr>
          <p:cNvSpPr/>
          <p:nvPr/>
        </p:nvSpPr>
        <p:spPr bwMode="auto">
          <a:xfrm>
            <a:off x="698016" y="1835884"/>
            <a:ext cx="4774424" cy="1630771"/>
          </a:xfrm>
          <a:prstGeom prst="rect">
            <a:avLst/>
          </a:prstGeom>
          <a:solidFill>
            <a:srgbClr val="481CA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49">
              <a:defRPr/>
            </a:pPr>
            <a:r>
              <a:rPr lang="en-US" sz="200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.NET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00192F-208F-4F24-87F9-75A65AE119DC}"/>
              </a:ext>
            </a:extLst>
          </p:cNvPr>
          <p:cNvSpPr/>
          <p:nvPr/>
        </p:nvSpPr>
        <p:spPr bwMode="auto">
          <a:xfrm>
            <a:off x="760837" y="2651270"/>
            <a:ext cx="4655761" cy="706837"/>
          </a:xfrm>
          <a:prstGeom prst="rect">
            <a:avLst/>
          </a:prstGeom>
          <a:solidFill>
            <a:srgbClr val="7D2A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49">
              <a:defRPr/>
            </a:pPr>
            <a:r>
              <a:rPr lang="en-US" sz="200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.NET MAUI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B8F34B3-5B6F-4E09-93D9-E7F356FCB691}"/>
              </a:ext>
            </a:extLst>
          </p:cNvPr>
          <p:cNvGrpSpPr/>
          <p:nvPr/>
        </p:nvGrpSpPr>
        <p:grpSpPr>
          <a:xfrm>
            <a:off x="698017" y="3541547"/>
            <a:ext cx="4774425" cy="701084"/>
            <a:chOff x="698016" y="3541546"/>
            <a:chExt cx="4774425" cy="7010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0A6166F-22A6-47B1-BBEB-215290F0EABF}"/>
                </a:ext>
              </a:extLst>
            </p:cNvPr>
            <p:cNvGrpSpPr/>
            <p:nvPr/>
          </p:nvGrpSpPr>
          <p:grpSpPr>
            <a:xfrm>
              <a:off x="698016" y="3541546"/>
              <a:ext cx="4774425" cy="701084"/>
              <a:chOff x="951499" y="3520091"/>
              <a:chExt cx="4302011" cy="70108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42D615D-A9CB-4A3E-BF3E-4030C12ED894}"/>
                  </a:ext>
                </a:extLst>
              </p:cNvPr>
              <p:cNvSpPr/>
              <p:nvPr/>
            </p:nvSpPr>
            <p:spPr bwMode="auto">
              <a:xfrm>
                <a:off x="951499" y="3520093"/>
                <a:ext cx="1015160" cy="701082"/>
              </a:xfrm>
              <a:prstGeom prst="rect">
                <a:avLst/>
              </a:prstGeom>
              <a:solidFill>
                <a:srgbClr val="70DA0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49">
                  <a:defRPr/>
                </a:pPr>
                <a:r>
                  <a:rPr lang="sk-SK" sz="160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Android</a:t>
                </a:r>
                <a:endParaRPr lang="en-US" sz="160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12ADBBF-DBA1-4B54-9C3F-8E14E2FD5479}"/>
                  </a:ext>
                </a:extLst>
              </p:cNvPr>
              <p:cNvSpPr/>
              <p:nvPr/>
            </p:nvSpPr>
            <p:spPr bwMode="auto">
              <a:xfrm>
                <a:off x="2034297" y="3531597"/>
                <a:ext cx="1015162" cy="683825"/>
              </a:xfrm>
              <a:prstGeom prst="rect">
                <a:avLst/>
              </a:prstGeom>
              <a:solidFill>
                <a:srgbClr val="F7B5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49">
                  <a:defRPr/>
                </a:pPr>
                <a:r>
                  <a:rPr lang="sk-SK" sz="1600" err="1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iOS</a:t>
                </a:r>
                <a:endParaRPr lang="en-US" sz="160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BE83C9-4CA8-4E7C-A8FE-04FF1E0C1A0F}"/>
                  </a:ext>
                </a:extLst>
              </p:cNvPr>
              <p:cNvSpPr/>
              <p:nvPr/>
            </p:nvSpPr>
            <p:spPr bwMode="auto">
              <a:xfrm>
                <a:off x="4227346" y="3520091"/>
                <a:ext cx="1026164" cy="695331"/>
              </a:xfrm>
              <a:prstGeom prst="rect">
                <a:avLst/>
              </a:prstGeom>
              <a:solidFill>
                <a:srgbClr val="32C5F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49">
                  <a:defRPr/>
                </a:pPr>
                <a:r>
                  <a:rPr lang="sk-SK" sz="140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Windows</a:t>
                </a:r>
                <a:endParaRPr lang="en-US" sz="140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715E6E9-F688-43E5-9997-6FE833CDEE12}"/>
                </a:ext>
              </a:extLst>
            </p:cNvPr>
            <p:cNvSpPr/>
            <p:nvPr/>
          </p:nvSpPr>
          <p:spPr bwMode="auto">
            <a:xfrm>
              <a:off x="3116655" y="3547298"/>
              <a:ext cx="1126639" cy="695331"/>
            </a:xfrm>
            <a:prstGeom prst="rect">
              <a:avLst/>
            </a:prstGeom>
            <a:solidFill>
              <a:srgbClr val="6D7278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49">
                <a:defRPr/>
              </a:pPr>
              <a:r>
                <a:rPr lang="sk-SK" sz="1600" err="1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macOS</a:t>
              </a:r>
              <a:endParaRPr lang="en-US" sz="160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42BAE325-538C-4701-8D9B-515E4BEAC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735" y="4733156"/>
            <a:ext cx="914563" cy="92066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3D29CA8-6462-465C-9A38-9ECF689BC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2693" y="4733156"/>
            <a:ext cx="914564" cy="89096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9DD271A-7B5A-4373-854C-5CB557F91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1453" y="4733156"/>
            <a:ext cx="363172" cy="66071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0A6D7EC-F7A3-4923-8099-E67D04CB79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576" y="4743864"/>
            <a:ext cx="363172" cy="660711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1DE8501-EC25-49AA-9A96-45A0144BBD67}"/>
              </a:ext>
            </a:extLst>
          </p:cNvPr>
          <p:cNvCxnSpPr>
            <a:stCxn id="3" idx="2"/>
            <a:endCxn id="40" idx="0"/>
          </p:cNvCxnSpPr>
          <p:nvPr/>
        </p:nvCxnSpPr>
        <p:spPr>
          <a:xfrm>
            <a:off x="1261336" y="4242631"/>
            <a:ext cx="2826" cy="501233"/>
          </a:xfrm>
          <a:prstGeom prst="line">
            <a:avLst/>
          </a:prstGeom>
          <a:ln w="19050">
            <a:solidFill>
              <a:srgbClr val="70DA0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9B8EC6F-2276-472C-AA88-58B43A7AA2D6}"/>
              </a:ext>
            </a:extLst>
          </p:cNvPr>
          <p:cNvCxnSpPr>
            <a:endCxn id="37" idx="0"/>
          </p:cNvCxnSpPr>
          <p:nvPr/>
        </p:nvCxnSpPr>
        <p:spPr>
          <a:xfrm>
            <a:off x="2463039" y="4282041"/>
            <a:ext cx="0" cy="451115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8B5CC2C-539F-453C-A210-95164931A269}"/>
              </a:ext>
            </a:extLst>
          </p:cNvPr>
          <p:cNvCxnSpPr>
            <a:cxnSpLocks/>
            <a:stCxn id="2" idx="2"/>
            <a:endCxn id="31" idx="0"/>
          </p:cNvCxnSpPr>
          <p:nvPr/>
        </p:nvCxnSpPr>
        <p:spPr>
          <a:xfrm flipH="1">
            <a:off x="3679975" y="4242630"/>
            <a:ext cx="1" cy="490526"/>
          </a:xfrm>
          <a:prstGeom prst="line">
            <a:avLst/>
          </a:prstGeom>
          <a:ln w="19050">
            <a:solidFill>
              <a:srgbClr val="6D727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8397040-FDDF-43C9-A235-6721561CE34E}"/>
              </a:ext>
            </a:extLst>
          </p:cNvPr>
          <p:cNvCxnSpPr>
            <a:stCxn id="10" idx="2"/>
            <a:endCxn id="20" idx="0"/>
          </p:cNvCxnSpPr>
          <p:nvPr/>
        </p:nvCxnSpPr>
        <p:spPr>
          <a:xfrm flipH="1">
            <a:off x="4903017" y="4236878"/>
            <a:ext cx="1" cy="496278"/>
          </a:xfrm>
          <a:prstGeom prst="line">
            <a:avLst/>
          </a:prstGeom>
          <a:ln w="19050">
            <a:solidFill>
              <a:srgbClr val="32C5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Picture 96">
            <a:extLst>
              <a:ext uri="{FF2B5EF4-FFF2-40B4-BE49-F238E27FC236}">
                <a16:creationId xmlns:a16="http://schemas.microsoft.com/office/drawing/2014/main" id="{1579A950-2C35-4170-8D44-6719540CDB3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F7B5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1794" y="4885831"/>
            <a:ext cx="322489" cy="30765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4301F4B6-2882-4EFD-B69E-6824CCAEE28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70DA0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3000" y="4932926"/>
            <a:ext cx="251035" cy="25103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2CB2BD2E-F115-4539-824F-EC94BECE943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prstClr val="black"/>
              <a:srgbClr val="32C5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4180" y="4923324"/>
            <a:ext cx="237674" cy="237674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76085E70-B5C2-44DA-8458-D55CD89EF46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prstClr val="black"/>
              <a:srgbClr val="6D7278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5988" y="4885831"/>
            <a:ext cx="307973" cy="30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4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2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EE78-129A-4F95-B980-DBD779B2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It Works -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4FFAA-DFE8-4077-9D1A-158246D39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Platform specific frameworks</a:t>
            </a:r>
          </a:p>
          <a:p>
            <a:pPr lvl="1"/>
            <a:r>
              <a:rPr lang="en-US"/>
              <a:t>.NET for Android</a:t>
            </a:r>
          </a:p>
          <a:p>
            <a:pPr lvl="1"/>
            <a:r>
              <a:rPr lang="en-US"/>
              <a:t>.NET for iOS</a:t>
            </a:r>
          </a:p>
          <a:p>
            <a:pPr lvl="1"/>
            <a:r>
              <a:rPr lang="en-US"/>
              <a:t>.NET for MacOS</a:t>
            </a:r>
          </a:p>
          <a:p>
            <a:pPr lvl="1"/>
            <a:r>
              <a:rPr lang="en-US"/>
              <a:t>Windows UI (</a:t>
            </a:r>
            <a:r>
              <a:rPr lang="en-US" err="1"/>
              <a:t>WinUI</a:t>
            </a:r>
            <a:r>
              <a:rPr lang="en-US"/>
              <a:t>) library</a:t>
            </a:r>
          </a:p>
          <a:p>
            <a:r>
              <a:rPr lang="en-US"/>
              <a:t>Common BCL - .NET 6</a:t>
            </a:r>
          </a:p>
          <a:p>
            <a:r>
              <a:rPr lang="en-US"/>
              <a:t>.NET Runtimes</a:t>
            </a:r>
          </a:p>
          <a:p>
            <a:pPr lvl="1"/>
            <a:r>
              <a:rPr lang="en-US"/>
              <a:t>Mono – Android, iOS, MacOS</a:t>
            </a:r>
          </a:p>
          <a:p>
            <a:pPr lvl="1"/>
            <a:r>
              <a:rPr lang="en-US"/>
              <a:t>WinRT</a:t>
            </a:r>
            <a:r>
              <a:rPr lang="sk-SK"/>
              <a:t>/Win32</a:t>
            </a:r>
            <a:r>
              <a:rPr lang="en-US"/>
              <a:t> – Windows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94ABE-5A94-4FED-936A-BDA6EB7A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9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B8654-1990-4B5B-BB0B-C0B9E0A44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It Works -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AB987-1763-4876-8478-10B081580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Platform specific UI</a:t>
            </a:r>
          </a:p>
          <a:p>
            <a:pPr lvl="1"/>
            <a:r>
              <a:rPr lang="en-US"/>
              <a:t>Different platforms - different ways of defining UI</a:t>
            </a:r>
          </a:p>
          <a:p>
            <a:pPr lvl="1"/>
            <a:r>
              <a:rPr lang="en-US"/>
              <a:t>Can be defined separately using platform specific APIs</a:t>
            </a:r>
          </a:p>
          <a:p>
            <a:pPr lvl="1"/>
            <a:r>
              <a:rPr lang="en-US"/>
              <a:t>.NET for Android, .NET for iOS, .NET for </a:t>
            </a:r>
            <a:r>
              <a:rPr lang="en-US" err="1"/>
              <a:t>MacOs</a:t>
            </a:r>
            <a:r>
              <a:rPr lang="en-US"/>
              <a:t>, </a:t>
            </a:r>
            <a:r>
              <a:rPr lang="en-US" err="1"/>
              <a:t>WinUI</a:t>
            </a:r>
            <a:endParaRPr lang="en-US"/>
          </a:p>
          <a:p>
            <a:endParaRPr lang="en-US"/>
          </a:p>
          <a:p>
            <a:r>
              <a:rPr lang="en-US"/>
              <a:t>Common UI</a:t>
            </a:r>
          </a:p>
          <a:p>
            <a:pPr lvl="1"/>
            <a:r>
              <a:rPr lang="en-US"/>
              <a:t>Single framework for defining UI – mobile &amp; desktop</a:t>
            </a:r>
          </a:p>
          <a:p>
            <a:pPr lvl="1"/>
            <a:r>
              <a:rPr lang="en-US"/>
              <a:t>XAML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9A9E8-CEED-47C7-AEE5-B9B7570D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935BC-3AE3-4CA1-8AB0-A936C5F1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It Works - </a:t>
            </a:r>
            <a:r>
              <a:rPr lang="sk-SK"/>
              <a:t>Android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84C59-D763-41C5-9274-727CE84AF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C# compiles to intermediate language (IL)</a:t>
            </a:r>
          </a:p>
          <a:p>
            <a:r>
              <a:rPr lang="en-US"/>
              <a:t>IL + JIT in 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66D33-08DB-4E37-A2E4-59B20D6A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0B2F9740-1616-4BB7-817F-0A6EAC7AC442}"/>
              </a:ext>
            </a:extLst>
          </p:cNvPr>
          <p:cNvSpPr/>
          <p:nvPr/>
        </p:nvSpPr>
        <p:spPr>
          <a:xfrm>
            <a:off x="5582101" y="3912844"/>
            <a:ext cx="1486539" cy="1486539"/>
          </a:xfrm>
          <a:prstGeom prst="roundRect">
            <a:avLst/>
          </a:prstGeom>
          <a:solidFill>
            <a:srgbClr val="70DA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4000" ker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.AAB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DCC2EE-C3FC-4988-9D78-F70C129952D7}"/>
              </a:ext>
            </a:extLst>
          </p:cNvPr>
          <p:cNvSpPr/>
          <p:nvPr/>
        </p:nvSpPr>
        <p:spPr>
          <a:xfrm>
            <a:off x="3172955" y="3874500"/>
            <a:ext cx="1560930" cy="1560930"/>
          </a:xfrm>
          <a:prstGeom prst="ellipse">
            <a:avLst/>
          </a:prstGeom>
          <a:solidFill>
            <a:srgbClr val="386D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4000" ker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JIT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B641F9-E1C8-4B71-B3BE-D3333662E339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>
            <a:off x="4733885" y="4654965"/>
            <a:ext cx="848216" cy="1149"/>
          </a:xfrm>
          <a:prstGeom prst="straightConnector1">
            <a:avLst/>
          </a:prstGeom>
          <a:ln w="76200" cmpd="sng">
            <a:solidFill>
              <a:srgbClr val="505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9162E3-796C-493A-A3B4-F377B95EE687}"/>
              </a:ext>
            </a:extLst>
          </p:cNvPr>
          <p:cNvSpPr txBox="1"/>
          <p:nvPr/>
        </p:nvSpPr>
        <p:spPr>
          <a:xfrm>
            <a:off x="568157" y="3874500"/>
            <a:ext cx="736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2000" kern="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.NET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960F58-70DC-43A7-859D-692B8D9E291B}"/>
              </a:ext>
            </a:extLst>
          </p:cNvPr>
          <p:cNvSpPr txBox="1"/>
          <p:nvPr/>
        </p:nvSpPr>
        <p:spPr>
          <a:xfrm>
            <a:off x="830865" y="4438872"/>
            <a:ext cx="52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2000" kern="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C#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5B243C-6980-4B92-A2AD-DBA56E538634}"/>
              </a:ext>
            </a:extLst>
          </p:cNvPr>
          <p:cNvSpPr txBox="1"/>
          <p:nvPr/>
        </p:nvSpPr>
        <p:spPr>
          <a:xfrm>
            <a:off x="192434" y="4957626"/>
            <a:ext cx="1160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2000" kern="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Bindings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D2B1AB-B621-4216-9860-B7B4AFDC496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353393" y="4638927"/>
            <a:ext cx="1717984" cy="0"/>
          </a:xfrm>
          <a:prstGeom prst="line">
            <a:avLst/>
          </a:prstGeom>
          <a:ln w="3810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55">
            <a:extLst>
              <a:ext uri="{FF2B5EF4-FFF2-40B4-BE49-F238E27FC236}">
                <a16:creationId xmlns:a16="http://schemas.microsoft.com/office/drawing/2014/main" id="{4674C63F-A392-4D4C-995F-058DBD731C86}"/>
              </a:ext>
            </a:extLst>
          </p:cNvPr>
          <p:cNvCxnSpPr>
            <a:cxnSpLocks/>
          </p:cNvCxnSpPr>
          <p:nvPr/>
        </p:nvCxnSpPr>
        <p:spPr>
          <a:xfrm rot="10800000">
            <a:off x="1353394" y="4118058"/>
            <a:ext cx="1721651" cy="311311"/>
          </a:xfrm>
          <a:prstGeom prst="bentConnector3">
            <a:avLst>
              <a:gd name="adj1" fmla="val 50000"/>
            </a:avLst>
          </a:prstGeom>
          <a:ln w="3810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56">
            <a:extLst>
              <a:ext uri="{FF2B5EF4-FFF2-40B4-BE49-F238E27FC236}">
                <a16:creationId xmlns:a16="http://schemas.microsoft.com/office/drawing/2014/main" id="{00F611C3-4ECA-4064-AAF8-89A34DC98E89}"/>
              </a:ext>
            </a:extLst>
          </p:cNvPr>
          <p:cNvCxnSpPr>
            <a:cxnSpLocks/>
          </p:cNvCxnSpPr>
          <p:nvPr/>
        </p:nvCxnSpPr>
        <p:spPr>
          <a:xfrm flipV="1">
            <a:off x="1353394" y="4851336"/>
            <a:ext cx="1721651" cy="306345"/>
          </a:xfrm>
          <a:prstGeom prst="bentConnector3">
            <a:avLst>
              <a:gd name="adj1" fmla="val 50000"/>
            </a:avLst>
          </a:prstGeom>
          <a:ln w="3810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FAD3B5-9398-4ED8-8E31-A280D8026AD7}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 flipV="1">
            <a:off x="7068640" y="4654965"/>
            <a:ext cx="1160960" cy="1149"/>
          </a:xfrm>
          <a:prstGeom prst="straightConnector1">
            <a:avLst/>
          </a:prstGeom>
          <a:ln w="76200" cmpd="sng">
            <a:solidFill>
              <a:srgbClr val="505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1CF727-D83A-4D29-9073-159AC5465EB2}"/>
              </a:ext>
            </a:extLst>
          </p:cNvPr>
          <p:cNvGrpSpPr/>
          <p:nvPr/>
        </p:nvGrpSpPr>
        <p:grpSpPr>
          <a:xfrm>
            <a:off x="8229600" y="2753230"/>
            <a:ext cx="2214527" cy="3803469"/>
            <a:chOff x="8058621" y="4076700"/>
            <a:chExt cx="2527726" cy="434139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1E9481F-77F8-4422-8818-D28F85C21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58621" y="4076700"/>
              <a:ext cx="2527726" cy="434139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628AB7A-694E-4607-B31B-C7BE22D99D30}"/>
                </a:ext>
              </a:extLst>
            </p:cNvPr>
            <p:cNvSpPr/>
            <p:nvPr/>
          </p:nvSpPr>
          <p:spPr>
            <a:xfrm>
              <a:off x="8290560" y="4320540"/>
              <a:ext cx="2057400" cy="3436620"/>
            </a:xfrm>
            <a:prstGeom prst="rect">
              <a:avLst/>
            </a:prstGeom>
            <a:solidFill>
              <a:srgbClr val="70DA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fontAlgn="auto">
                <a:spcBef>
                  <a:spcPts val="0"/>
                </a:spcBef>
                <a:spcAft>
                  <a:spcPts val="0"/>
                </a:spcAft>
              </a:pPr>
              <a:endParaRPr lang="en-US" sz="675" kern="0">
                <a:solidFill>
                  <a:schemeClr val="tx2"/>
                </a:solidFill>
                <a:latin typeface="Calibri" panose="020F0502020204030204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9BF7F93-F146-4103-9322-42902911A065}"/>
                </a:ext>
              </a:extLst>
            </p:cNvPr>
            <p:cNvSpPr/>
            <p:nvPr/>
          </p:nvSpPr>
          <p:spPr>
            <a:xfrm>
              <a:off x="8471535" y="4657619"/>
              <a:ext cx="1695450" cy="1695450"/>
            </a:xfrm>
            <a:prstGeom prst="ellipse">
              <a:avLst/>
            </a:prstGeom>
            <a:solidFill>
              <a:srgbClr val="38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2000" ker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IL</a:t>
              </a:r>
              <a:br>
                <a:rPr lang="en-US" sz="2000" ker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2000" ker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+</a:t>
              </a:r>
              <a:br>
                <a:rPr lang="en-US" sz="2000" ker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2000" ker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JIT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5BF644A-3664-4374-9713-E9BA666E3F59}"/>
                </a:ext>
              </a:extLst>
            </p:cNvPr>
            <p:cNvSpPr txBox="1"/>
            <p:nvPr/>
          </p:nvSpPr>
          <p:spPr>
            <a:xfrm>
              <a:off x="8414928" y="6641076"/>
              <a:ext cx="1876426" cy="694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ker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Runs</a:t>
              </a:r>
              <a:endParaRPr lang="sk-SK" sz="2000" ker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 defTabSz="342900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</a:pPr>
              <a:endParaRPr lang="sk-SK" sz="2000" ker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 defTabSz="342900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ker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natively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0991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01984-2C83-40DE-B5BF-7A3A64B25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How</a:t>
            </a:r>
            <a:r>
              <a:rPr lang="sk-SK"/>
              <a:t> </a:t>
            </a:r>
            <a:r>
              <a:rPr lang="sk-SK" err="1"/>
              <a:t>it</a:t>
            </a:r>
            <a:r>
              <a:rPr lang="sk-SK"/>
              <a:t> Works - </a:t>
            </a:r>
            <a:r>
              <a:rPr lang="sk-SK" err="1"/>
              <a:t>iOS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E5CEF-61C5-4BCC-8207-EE020AC6D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Fully ahead-of-time (AOT) compiled to native ARM </a:t>
            </a:r>
            <a:r>
              <a:rPr lang="sk-SK" err="1"/>
              <a:t>binary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60A6C-855E-4DDC-8E15-8B3B1732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83AE14FD-1067-42E4-94D3-D785831E27F7}"/>
              </a:ext>
            </a:extLst>
          </p:cNvPr>
          <p:cNvSpPr/>
          <p:nvPr/>
        </p:nvSpPr>
        <p:spPr>
          <a:xfrm>
            <a:off x="5582101" y="3912844"/>
            <a:ext cx="1486539" cy="1486539"/>
          </a:xfrm>
          <a:prstGeom prst="roundRect">
            <a:avLst/>
          </a:prstGeom>
          <a:solidFill>
            <a:srgbClr val="F7B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4000" ker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sk-SK" sz="4000" ker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IPA</a:t>
            </a:r>
            <a:endParaRPr lang="en-US" sz="4000" kern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4F9D5E-02EC-4529-A468-E3C0067DB41A}"/>
              </a:ext>
            </a:extLst>
          </p:cNvPr>
          <p:cNvSpPr/>
          <p:nvPr/>
        </p:nvSpPr>
        <p:spPr>
          <a:xfrm>
            <a:off x="3172955" y="3874500"/>
            <a:ext cx="1560930" cy="1560930"/>
          </a:xfrm>
          <a:prstGeom prst="ellipse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</a:pPr>
            <a:r>
              <a:rPr lang="sk-SK" sz="3700" kern="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AOT</a:t>
            </a:r>
            <a:endParaRPr lang="en-US" sz="3700" kern="0">
              <a:solidFill>
                <a:schemeClr val="tx2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F38D49-2643-4545-856C-463D0565D583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>
            <a:off x="4733885" y="4654965"/>
            <a:ext cx="848216" cy="1149"/>
          </a:xfrm>
          <a:prstGeom prst="straightConnector1">
            <a:avLst/>
          </a:prstGeom>
          <a:ln w="76200" cmpd="sng">
            <a:solidFill>
              <a:srgbClr val="505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E754F94-C713-4E6F-8494-DC2BAF166008}"/>
              </a:ext>
            </a:extLst>
          </p:cNvPr>
          <p:cNvSpPr txBox="1"/>
          <p:nvPr/>
        </p:nvSpPr>
        <p:spPr>
          <a:xfrm>
            <a:off x="568157" y="3874500"/>
            <a:ext cx="736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2000" kern="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.NET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7C7DBD-4397-4A71-BC91-365066638723}"/>
              </a:ext>
            </a:extLst>
          </p:cNvPr>
          <p:cNvSpPr txBox="1"/>
          <p:nvPr/>
        </p:nvSpPr>
        <p:spPr>
          <a:xfrm>
            <a:off x="830865" y="4438872"/>
            <a:ext cx="52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2000" kern="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C#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12F3B0-E5D9-449D-81BD-446F2D0839AD}"/>
              </a:ext>
            </a:extLst>
          </p:cNvPr>
          <p:cNvSpPr txBox="1"/>
          <p:nvPr/>
        </p:nvSpPr>
        <p:spPr>
          <a:xfrm>
            <a:off x="192434" y="4957626"/>
            <a:ext cx="1160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2000" kern="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Bindings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7DD9A9-7A67-4AE1-AE2C-F0B6DB00283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353393" y="4638927"/>
            <a:ext cx="1717984" cy="0"/>
          </a:xfrm>
          <a:prstGeom prst="line">
            <a:avLst/>
          </a:prstGeom>
          <a:ln w="3810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55">
            <a:extLst>
              <a:ext uri="{FF2B5EF4-FFF2-40B4-BE49-F238E27FC236}">
                <a16:creationId xmlns:a16="http://schemas.microsoft.com/office/drawing/2014/main" id="{9E18B757-2A55-414D-91CE-176934362323}"/>
              </a:ext>
            </a:extLst>
          </p:cNvPr>
          <p:cNvCxnSpPr>
            <a:cxnSpLocks/>
          </p:cNvCxnSpPr>
          <p:nvPr/>
        </p:nvCxnSpPr>
        <p:spPr>
          <a:xfrm rot="10800000">
            <a:off x="1353394" y="4118058"/>
            <a:ext cx="1721651" cy="311311"/>
          </a:xfrm>
          <a:prstGeom prst="bentConnector3">
            <a:avLst>
              <a:gd name="adj1" fmla="val 50000"/>
            </a:avLst>
          </a:prstGeom>
          <a:ln w="3810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56">
            <a:extLst>
              <a:ext uri="{FF2B5EF4-FFF2-40B4-BE49-F238E27FC236}">
                <a16:creationId xmlns:a16="http://schemas.microsoft.com/office/drawing/2014/main" id="{8F5A6C2D-6B48-4054-9198-615EFD936295}"/>
              </a:ext>
            </a:extLst>
          </p:cNvPr>
          <p:cNvCxnSpPr>
            <a:cxnSpLocks/>
          </p:cNvCxnSpPr>
          <p:nvPr/>
        </p:nvCxnSpPr>
        <p:spPr>
          <a:xfrm flipV="1">
            <a:off x="1353394" y="4851336"/>
            <a:ext cx="1721651" cy="306345"/>
          </a:xfrm>
          <a:prstGeom prst="bentConnector3">
            <a:avLst>
              <a:gd name="adj1" fmla="val 50000"/>
            </a:avLst>
          </a:prstGeom>
          <a:ln w="3810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1FD4A5-B249-423D-8A78-3C96A9E1576F}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 flipV="1">
            <a:off x="7068640" y="4654965"/>
            <a:ext cx="1160960" cy="1149"/>
          </a:xfrm>
          <a:prstGeom prst="straightConnector1">
            <a:avLst/>
          </a:prstGeom>
          <a:ln w="76200" cmpd="sng">
            <a:solidFill>
              <a:srgbClr val="505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542C68-B23C-4F4F-8BAE-7F905A2E0896}"/>
              </a:ext>
            </a:extLst>
          </p:cNvPr>
          <p:cNvGrpSpPr/>
          <p:nvPr/>
        </p:nvGrpSpPr>
        <p:grpSpPr>
          <a:xfrm>
            <a:off x="8229600" y="2753230"/>
            <a:ext cx="2214527" cy="3803469"/>
            <a:chOff x="8058621" y="4076700"/>
            <a:chExt cx="2527726" cy="434139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A40748A-8860-469E-AD00-16E9B63E9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58621" y="4076700"/>
              <a:ext cx="2527726" cy="434139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0599B3-DDB9-462C-A38C-0AE3B4218A0C}"/>
                </a:ext>
              </a:extLst>
            </p:cNvPr>
            <p:cNvSpPr/>
            <p:nvPr/>
          </p:nvSpPr>
          <p:spPr>
            <a:xfrm>
              <a:off x="8290560" y="4320540"/>
              <a:ext cx="2057400" cy="3436620"/>
            </a:xfrm>
            <a:prstGeom prst="rect">
              <a:avLst/>
            </a:prstGeom>
            <a:solidFill>
              <a:srgbClr val="F7B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fontAlgn="auto">
                <a:spcBef>
                  <a:spcPts val="0"/>
                </a:spcBef>
                <a:spcAft>
                  <a:spcPts val="0"/>
                </a:spcAft>
              </a:pPr>
              <a:endParaRPr lang="en-US" sz="675" kern="0">
                <a:solidFill>
                  <a:schemeClr val="tx2"/>
                </a:solidFill>
                <a:latin typeface="Calibri" panose="020F0502020204030204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DD11D5D-219D-4F00-964F-157DA740E606}"/>
                </a:ext>
              </a:extLst>
            </p:cNvPr>
            <p:cNvSpPr/>
            <p:nvPr/>
          </p:nvSpPr>
          <p:spPr>
            <a:xfrm>
              <a:off x="8471535" y="4657619"/>
              <a:ext cx="1695451" cy="1695450"/>
            </a:xfrm>
            <a:prstGeom prst="ellipse">
              <a:avLst/>
            </a:prstGeom>
            <a:solidFill>
              <a:srgbClr val="7B5A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fontAlgn="auto">
                <a:spcBef>
                  <a:spcPts val="0"/>
                </a:spcBef>
                <a:spcAft>
                  <a:spcPts val="0"/>
                </a:spcAft>
              </a:pPr>
              <a:r>
                <a:rPr lang="sk-SK" sz="2000" ker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ARM</a:t>
              </a:r>
            </a:p>
            <a:p>
              <a:pPr algn="ctr" defTabSz="342900" fontAlgn="auto">
                <a:spcBef>
                  <a:spcPts val="0"/>
                </a:spcBef>
                <a:spcAft>
                  <a:spcPts val="0"/>
                </a:spcAft>
              </a:pPr>
              <a:r>
                <a:rPr lang="sk-SK" sz="2000" ker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BINARY</a:t>
              </a:r>
              <a:endParaRPr lang="en-US" sz="2000" ker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B7639E6-15E3-4C08-9012-1225BAD458DC}"/>
                </a:ext>
              </a:extLst>
            </p:cNvPr>
            <p:cNvSpPr txBox="1"/>
            <p:nvPr/>
          </p:nvSpPr>
          <p:spPr>
            <a:xfrm>
              <a:off x="8414928" y="6641076"/>
              <a:ext cx="1876426" cy="694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ker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Runs</a:t>
              </a:r>
              <a:endParaRPr lang="sk-SK" sz="2000" ker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 defTabSz="342900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</a:pPr>
              <a:endParaRPr lang="sk-SK" sz="2000" ker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 defTabSz="342900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ker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natively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6651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B82A-D3E9-4658-B323-06288F34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It Works – </a:t>
            </a:r>
            <a:r>
              <a:rPr lang="sk-SK" err="1"/>
              <a:t>MacOS</a:t>
            </a:r>
            <a:r>
              <a:rPr lang="sk-SK"/>
              <a:t> </a:t>
            </a:r>
            <a:r>
              <a:rPr lang="en-US"/>
              <a:t>&amp;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E1125-C103-482A-B29A-E50F6241B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53" y="1802292"/>
            <a:ext cx="10967171" cy="4543563"/>
          </a:xfrm>
        </p:spPr>
        <p:txBody>
          <a:bodyPr>
            <a:normAutofit/>
          </a:bodyPr>
          <a:lstStyle/>
          <a:p>
            <a:r>
              <a:rPr lang="en-US"/>
              <a:t>MacOS</a:t>
            </a:r>
          </a:p>
          <a:p>
            <a:pPr lvl="1"/>
            <a:r>
              <a:rPr lang="en-US"/>
              <a:t>Using Mac Catalyst</a:t>
            </a:r>
          </a:p>
          <a:p>
            <a:pPr lvl="2"/>
            <a:r>
              <a:rPr lang="en-US"/>
              <a:t>Apple’s solution to bring iOS Apps to desktop</a:t>
            </a:r>
          </a:p>
          <a:p>
            <a:pPr lvl="2"/>
            <a:r>
              <a:rPr lang="en-US"/>
              <a:t>Provides access to Mac OS APIs</a:t>
            </a:r>
          </a:p>
          <a:p>
            <a:r>
              <a:rPr lang="en-US"/>
              <a:t>Windows</a:t>
            </a:r>
          </a:p>
          <a:p>
            <a:pPr lvl="1"/>
            <a:r>
              <a:rPr lang="en-US" err="1"/>
              <a:t>WinUI</a:t>
            </a:r>
            <a:r>
              <a:rPr lang="en-US"/>
              <a:t> 3 library</a:t>
            </a:r>
          </a:p>
          <a:p>
            <a:pPr lvl="1"/>
            <a:r>
              <a:rPr lang="en-US"/>
              <a:t>Native apps and UWP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1E4B2-43FE-4A2F-A5BD-903143B0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412E2-090B-461F-86F5-15085CEA8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It Works – Application Startup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0F23B-7045-41B5-B1AF-4DB9E7174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.NET Generic Host – DI, logging, configuration…</a:t>
            </a:r>
          </a:p>
          <a:p>
            <a:r>
              <a:rPr lang="en-US"/>
              <a:t>Static </a:t>
            </a:r>
            <a:r>
              <a:rPr lang="en-US" b="1" err="1"/>
              <a:t>MauiProgram</a:t>
            </a:r>
            <a:r>
              <a:rPr lang="en-US" b="1"/>
              <a:t> </a:t>
            </a:r>
            <a:r>
              <a:rPr lang="en-US"/>
              <a:t>class</a:t>
            </a:r>
          </a:p>
          <a:p>
            <a:pPr lvl="1"/>
            <a:r>
              <a:rPr lang="en-US"/>
              <a:t>Create builder, register dependencies..</a:t>
            </a:r>
          </a:p>
          <a:p>
            <a:pPr lvl="1"/>
            <a:r>
              <a:rPr lang="en-US"/>
              <a:t>Create a </a:t>
            </a:r>
            <a:r>
              <a:rPr lang="en-US" b="1" err="1"/>
              <a:t>MauiApp</a:t>
            </a:r>
            <a:r>
              <a:rPr lang="en-US" b="1"/>
              <a:t> </a:t>
            </a:r>
            <a:r>
              <a:rPr lang="en-US"/>
              <a:t>instance</a:t>
            </a:r>
          </a:p>
          <a:p>
            <a:r>
              <a:rPr lang="en-US" b="1"/>
              <a:t>App </a:t>
            </a:r>
            <a:r>
              <a:rPr lang="en-US"/>
              <a:t>class</a:t>
            </a:r>
          </a:p>
          <a:p>
            <a:pPr lvl="1"/>
            <a:r>
              <a:rPr lang="en-US"/>
              <a:t>Derives from Application</a:t>
            </a:r>
          </a:p>
          <a:p>
            <a:pPr lvl="1"/>
            <a:r>
              <a:rPr lang="en-US"/>
              <a:t>Initializes application, sets initial page</a:t>
            </a:r>
          </a:p>
          <a:p>
            <a:r>
              <a:rPr lang="en-US"/>
              <a:t>Separate startup points for each platform (Platforms folder)</a:t>
            </a:r>
          </a:p>
          <a:p>
            <a:pPr lvl="1"/>
            <a:r>
              <a:rPr lang="en-US" b="1" err="1"/>
              <a:t>MainApplication.cs</a:t>
            </a:r>
            <a:r>
              <a:rPr lang="en-US" b="1"/>
              <a:t> </a:t>
            </a:r>
            <a:r>
              <a:rPr lang="en-US"/>
              <a:t>(Android), </a:t>
            </a:r>
            <a:r>
              <a:rPr lang="en-US" b="1" err="1"/>
              <a:t>Program.cs</a:t>
            </a:r>
            <a:r>
              <a:rPr lang="en-US" b="1"/>
              <a:t> </a:t>
            </a:r>
            <a:r>
              <a:rPr lang="en-US"/>
              <a:t>(iOS)</a:t>
            </a:r>
          </a:p>
          <a:p>
            <a:pPr lvl="1"/>
            <a:r>
              <a:rPr lang="en-US" b="1" err="1"/>
              <a:t>App.xaml.cs</a:t>
            </a:r>
            <a:r>
              <a:rPr lang="en-US" b="1"/>
              <a:t> </a:t>
            </a:r>
            <a:r>
              <a:rPr lang="en-US"/>
              <a:t>(Windows), </a:t>
            </a:r>
            <a:r>
              <a:rPr lang="en-US" b="1" err="1"/>
              <a:t>Program.cs</a:t>
            </a:r>
            <a:r>
              <a:rPr lang="en-US" b="1"/>
              <a:t> </a:t>
            </a:r>
            <a:r>
              <a:rPr lang="en-US"/>
              <a:t>(Mac </a:t>
            </a:r>
            <a:r>
              <a:rPr lang="en-US" err="1"/>
              <a:t>Os</a:t>
            </a:r>
            <a:r>
              <a:rPr lang="en-US"/>
              <a:t>)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C8CC95-650B-4E67-A8E5-4513322B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1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DFCAC-334D-4DCF-9643-A3E70D06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.NET MAUI 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17106-6B98-4107-A72B-64C79B6C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FC4CAB-7450-438D-A541-AE6DCE85DEB0}"/>
              </a:ext>
            </a:extLst>
          </p:cNvPr>
          <p:cNvSpPr/>
          <p:nvPr/>
        </p:nvSpPr>
        <p:spPr>
          <a:xfrm>
            <a:off x="2281745" y="1725778"/>
            <a:ext cx="6705600" cy="569158"/>
          </a:xfrm>
          <a:prstGeom prst="rect">
            <a:avLst/>
          </a:prstGeom>
          <a:solidFill>
            <a:srgbClr val="6D7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err="1"/>
              <a:t>Application</a:t>
            </a:r>
            <a:r>
              <a:rPr lang="sk-SK"/>
              <a:t> </a:t>
            </a:r>
            <a:r>
              <a:rPr lang="sk-SK" err="1"/>
              <a:t>Code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E4AFF1-4BEA-4CEF-9574-DBC288DE6B42}"/>
              </a:ext>
            </a:extLst>
          </p:cNvPr>
          <p:cNvSpPr/>
          <p:nvPr/>
        </p:nvSpPr>
        <p:spPr>
          <a:xfrm>
            <a:off x="2281745" y="2459305"/>
            <a:ext cx="6705600" cy="569158"/>
          </a:xfrm>
          <a:prstGeom prst="rect">
            <a:avLst/>
          </a:prstGeom>
          <a:solidFill>
            <a:srgbClr val="7D2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.NET MAUI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5019D-5280-4D43-A243-351EE1FD8275}"/>
              </a:ext>
            </a:extLst>
          </p:cNvPr>
          <p:cNvSpPr/>
          <p:nvPr/>
        </p:nvSpPr>
        <p:spPr>
          <a:xfrm>
            <a:off x="2281745" y="3880914"/>
            <a:ext cx="6705600" cy="569158"/>
          </a:xfrm>
          <a:prstGeom prst="rect">
            <a:avLst/>
          </a:prstGeom>
          <a:solidFill>
            <a:srgbClr val="481C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.NET BCL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4E4BD7-6592-4303-8622-1991C32CF148}"/>
              </a:ext>
            </a:extLst>
          </p:cNvPr>
          <p:cNvSpPr/>
          <p:nvPr/>
        </p:nvSpPr>
        <p:spPr>
          <a:xfrm>
            <a:off x="2281745" y="4595226"/>
            <a:ext cx="4957255" cy="56915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err="1"/>
              <a:t>Mono</a:t>
            </a:r>
            <a:r>
              <a:rPr lang="sk-SK"/>
              <a:t> </a:t>
            </a:r>
            <a:r>
              <a:rPr lang="sk-SK" err="1"/>
              <a:t>Runtime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856561-6C91-4561-836D-4414B985FCF1}"/>
              </a:ext>
            </a:extLst>
          </p:cNvPr>
          <p:cNvSpPr/>
          <p:nvPr/>
        </p:nvSpPr>
        <p:spPr>
          <a:xfrm>
            <a:off x="2281745" y="3168005"/>
            <a:ext cx="1528255" cy="569158"/>
          </a:xfrm>
          <a:prstGeom prst="rect">
            <a:avLst/>
          </a:prstGeom>
          <a:solidFill>
            <a:srgbClr val="70DA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.NET </a:t>
            </a:r>
            <a:r>
              <a:rPr lang="sk-SK" err="1"/>
              <a:t>for</a:t>
            </a:r>
            <a:r>
              <a:rPr lang="sk-SK"/>
              <a:t> Android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8B7A92-5301-4A94-93BA-95404DA1AC4D}"/>
              </a:ext>
            </a:extLst>
          </p:cNvPr>
          <p:cNvSpPr/>
          <p:nvPr/>
        </p:nvSpPr>
        <p:spPr>
          <a:xfrm>
            <a:off x="4007527" y="3168005"/>
            <a:ext cx="1528255" cy="569158"/>
          </a:xfrm>
          <a:prstGeom prst="rect">
            <a:avLst/>
          </a:prstGeom>
          <a:solidFill>
            <a:srgbClr val="F7B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.NET </a:t>
            </a:r>
            <a:r>
              <a:rPr lang="sk-SK" err="1"/>
              <a:t>for</a:t>
            </a:r>
            <a:r>
              <a:rPr lang="sk-SK"/>
              <a:t> </a:t>
            </a:r>
            <a:r>
              <a:rPr lang="sk-SK" err="1"/>
              <a:t>iOS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FA4893-40A4-4C88-A6BC-1AB988A3FB67}"/>
              </a:ext>
            </a:extLst>
          </p:cNvPr>
          <p:cNvSpPr/>
          <p:nvPr/>
        </p:nvSpPr>
        <p:spPr>
          <a:xfrm>
            <a:off x="5733309" y="3168005"/>
            <a:ext cx="1528255" cy="569158"/>
          </a:xfrm>
          <a:prstGeom prst="rect">
            <a:avLst/>
          </a:prstGeom>
          <a:solidFill>
            <a:srgbClr val="6D7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.NET </a:t>
            </a:r>
            <a:r>
              <a:rPr lang="sk-SK" err="1"/>
              <a:t>for</a:t>
            </a:r>
            <a:r>
              <a:rPr lang="sk-SK"/>
              <a:t> Mac</a:t>
            </a: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9686EC-2E14-4C15-A9DF-170589820824}"/>
              </a:ext>
            </a:extLst>
          </p:cNvPr>
          <p:cNvSpPr/>
          <p:nvPr/>
        </p:nvSpPr>
        <p:spPr>
          <a:xfrm>
            <a:off x="7459090" y="3168005"/>
            <a:ext cx="1528255" cy="569158"/>
          </a:xfrm>
          <a:prstGeom prst="rect">
            <a:avLst/>
          </a:prstGeom>
          <a:solidFill>
            <a:srgbClr val="32C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err="1"/>
              <a:t>WinUI</a:t>
            </a:r>
            <a:r>
              <a:rPr lang="sk-SK"/>
              <a:t> 3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9963D2-60B0-4A91-A472-9990B7118865}"/>
              </a:ext>
            </a:extLst>
          </p:cNvPr>
          <p:cNvSpPr/>
          <p:nvPr/>
        </p:nvSpPr>
        <p:spPr>
          <a:xfrm>
            <a:off x="2281745" y="5321734"/>
            <a:ext cx="1528255" cy="569158"/>
          </a:xfrm>
          <a:prstGeom prst="rect">
            <a:avLst/>
          </a:prstGeom>
          <a:solidFill>
            <a:srgbClr val="70DA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Android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AF62C2-F04B-48E0-9265-F566EBC14558}"/>
              </a:ext>
            </a:extLst>
          </p:cNvPr>
          <p:cNvSpPr/>
          <p:nvPr/>
        </p:nvSpPr>
        <p:spPr>
          <a:xfrm>
            <a:off x="4007527" y="5321734"/>
            <a:ext cx="1528255" cy="569158"/>
          </a:xfrm>
          <a:prstGeom prst="rect">
            <a:avLst/>
          </a:prstGeom>
          <a:solidFill>
            <a:srgbClr val="F7B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err="1"/>
              <a:t>iOS</a:t>
            </a: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AC4E2A-2DFF-46CD-8F53-DCE887E04D3C}"/>
              </a:ext>
            </a:extLst>
          </p:cNvPr>
          <p:cNvSpPr/>
          <p:nvPr/>
        </p:nvSpPr>
        <p:spPr>
          <a:xfrm>
            <a:off x="5733309" y="5321734"/>
            <a:ext cx="1528255" cy="569158"/>
          </a:xfrm>
          <a:prstGeom prst="rect">
            <a:avLst/>
          </a:prstGeom>
          <a:solidFill>
            <a:srgbClr val="6D7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err="1"/>
              <a:t>macOS</a:t>
            </a:r>
            <a:endParaRPr lang="sk-S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E292E1-DBF7-4822-A36E-D944B24B8143}"/>
              </a:ext>
            </a:extLst>
          </p:cNvPr>
          <p:cNvSpPr/>
          <p:nvPr/>
        </p:nvSpPr>
        <p:spPr>
          <a:xfrm>
            <a:off x="7459090" y="5321734"/>
            <a:ext cx="1528255" cy="569158"/>
          </a:xfrm>
          <a:prstGeom prst="rect">
            <a:avLst/>
          </a:prstGeom>
          <a:solidFill>
            <a:srgbClr val="32C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Windows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F0823B-ACD3-42D1-9CAD-8F3326E066B6}"/>
              </a:ext>
            </a:extLst>
          </p:cNvPr>
          <p:cNvSpPr/>
          <p:nvPr/>
        </p:nvSpPr>
        <p:spPr>
          <a:xfrm>
            <a:off x="7459090" y="4597577"/>
            <a:ext cx="1528255" cy="569158"/>
          </a:xfrm>
          <a:prstGeom prst="rect">
            <a:avLst/>
          </a:prstGeom>
          <a:solidFill>
            <a:srgbClr val="32C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/>
              <a:t>Win32/</a:t>
            </a:r>
            <a:r>
              <a:rPr lang="sk-SK" err="1"/>
              <a:t>WinRT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05A8-2B9A-4823-94C4-4769496D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MAUI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5F85-B92F-4549-87FB-0D2426114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Collection of Controls</a:t>
            </a:r>
          </a:p>
          <a:p>
            <a:r>
              <a:rPr lang="en-US"/>
              <a:t>Layout engine for pages</a:t>
            </a:r>
          </a:p>
          <a:p>
            <a:r>
              <a:rPr lang="en-US"/>
              <a:t>Navigation – pages, drawers</a:t>
            </a:r>
          </a:p>
          <a:p>
            <a:r>
              <a:rPr lang="en-US"/>
              <a:t>Customizable handlers – enable platform specific controls</a:t>
            </a:r>
          </a:p>
          <a:p>
            <a:r>
              <a:rPr lang="en-US"/>
              <a:t>APIs for native device features – GPS, accelerometer…</a:t>
            </a:r>
          </a:p>
          <a:p>
            <a:r>
              <a:rPr lang="en-US"/>
              <a:t>Graphics library for 2D drawing code</a:t>
            </a:r>
          </a:p>
          <a:p>
            <a:r>
              <a:rPr lang="en-US"/>
              <a:t>Single project, multi-targeting system</a:t>
            </a:r>
          </a:p>
          <a:p>
            <a:r>
              <a:rPr lang="en-US"/>
              <a:t>.NET hot reload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1CA09-4699-42E5-B53D-61DB95A1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0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FEB3-C82B-4B8F-ACF2-DA4FCBC69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MAUI Essentials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87855-A1B0-404A-A200-80D6DC450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Extension library, continuation of Xamarin Essentials</a:t>
            </a:r>
          </a:p>
          <a:p>
            <a:r>
              <a:rPr lang="en-US"/>
              <a:t>Cross-platform APIs for native device features</a:t>
            </a:r>
          </a:p>
          <a:p>
            <a:r>
              <a:rPr lang="en-US"/>
              <a:t>Included directly in MAUI, no need for extra </a:t>
            </a:r>
            <a:r>
              <a:rPr lang="en-US" err="1"/>
              <a:t>Nuget</a:t>
            </a:r>
            <a:r>
              <a:rPr lang="en-US"/>
              <a:t> packages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14A8C-4C7C-4F1C-A153-E0FBB2F8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1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60F8-42B0-49D0-AAF3-F7178D964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MAUI Essentials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E7EA473-F97C-4A26-B504-EFAC5CB549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68958" y="1825626"/>
          <a:ext cx="8254083" cy="4351335"/>
        </p:xfrm>
        <a:graphic>
          <a:graphicData uri="http://schemas.openxmlformats.org/drawingml/2006/table">
            <a:tbl>
              <a:tblPr/>
              <a:tblGrid>
                <a:gridCol w="2751361">
                  <a:extLst>
                    <a:ext uri="{9D8B030D-6E8A-4147-A177-3AD203B41FA5}">
                      <a16:colId xmlns:a16="http://schemas.microsoft.com/office/drawing/2014/main" val="2498775432"/>
                    </a:ext>
                  </a:extLst>
                </a:gridCol>
                <a:gridCol w="2751361">
                  <a:extLst>
                    <a:ext uri="{9D8B030D-6E8A-4147-A177-3AD203B41FA5}">
                      <a16:colId xmlns:a16="http://schemas.microsoft.com/office/drawing/2014/main" val="852421900"/>
                    </a:ext>
                  </a:extLst>
                </a:gridCol>
                <a:gridCol w="2751361">
                  <a:extLst>
                    <a:ext uri="{9D8B030D-6E8A-4147-A177-3AD203B41FA5}">
                      <a16:colId xmlns:a16="http://schemas.microsoft.com/office/drawing/2014/main" val="1569130266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</a:endParaRP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</a:endParaRP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</a:endParaRP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43808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Accelerometer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App Actions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App Information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20800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App Theme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Barometer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Battery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91781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Clipboard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Color Converters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Compass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44031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Connectivity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Contacts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Detect Shake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26498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Display Info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Device Info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Email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3848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File Picker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File System Helpers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Flashlight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38756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Geocoding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Geolocation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Gyroscope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31998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Haptic Feedback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Launcher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Magnetometer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37616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MainThread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Maps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Media Picker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24717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Open Browser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Orientation Sensor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Permissions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51611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Phone Dialer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Platform Extensions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Preferences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7171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Screenshot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Secure Storage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Share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16404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SMS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Text-to-Speech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Unit Converters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64321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Version Tracking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Vibrate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Web Authenticator</a:t>
                      </a:r>
                    </a:p>
                  </a:txBody>
                  <a:tcPr marL="37383" marR="37383" marT="37383" marB="37383" anchor="ctr">
                    <a:lnL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67397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4133F-387F-43CD-B98B-26D8FF7A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98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565F76B-045D-40DC-83FA-687820FD3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structure</a:t>
            </a:r>
            <a:endParaRPr lang="sk-SK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3ADBE1E-4AB4-48FE-93F7-9D0FC9715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/>
              <a:t>One project for all platforms</a:t>
            </a:r>
          </a:p>
          <a:p>
            <a:r>
              <a:rPr lang="en-US"/>
              <a:t>Shared code &amp; resources (fonts, images, icons, </a:t>
            </a:r>
            <a:r>
              <a:rPr lang="en-US" err="1"/>
              <a:t>splas</a:t>
            </a:r>
            <a:r>
              <a:rPr lang="sk-SK"/>
              <a:t>h</a:t>
            </a:r>
            <a:r>
              <a:rPr lang="en-US"/>
              <a:t> screens…)</a:t>
            </a:r>
          </a:p>
          <a:p>
            <a:r>
              <a:rPr lang="en-US" b="1"/>
              <a:t>Platforms</a:t>
            </a:r>
            <a:r>
              <a:rPr lang="en-US"/>
              <a:t> folder:</a:t>
            </a:r>
          </a:p>
          <a:p>
            <a:pPr lvl="1"/>
            <a:r>
              <a:rPr lang="en-US"/>
              <a:t>Android – system colors, manifest</a:t>
            </a:r>
          </a:p>
          <a:p>
            <a:pPr lvl="1"/>
            <a:r>
              <a:rPr lang="en-US"/>
              <a:t>iOS – launch screen, </a:t>
            </a:r>
            <a:r>
              <a:rPr lang="en-US" err="1"/>
              <a:t>Info.plist</a:t>
            </a:r>
            <a:endParaRPr lang="en-US"/>
          </a:p>
          <a:p>
            <a:pPr lvl="1"/>
            <a:r>
              <a:rPr lang="en-US"/>
              <a:t>Windows – package manifest, app manifest</a:t>
            </a:r>
          </a:p>
          <a:p>
            <a:pPr lvl="1"/>
            <a:r>
              <a:rPr lang="en-US"/>
              <a:t>Mac OS – </a:t>
            </a:r>
            <a:r>
              <a:rPr lang="en-US" err="1"/>
              <a:t>Info.plist</a:t>
            </a:r>
            <a:endParaRPr lang="en-US"/>
          </a:p>
          <a:p>
            <a:pPr lvl="1"/>
            <a:r>
              <a:rPr lang="en-US"/>
              <a:t>Each platform</a:t>
            </a:r>
          </a:p>
          <a:p>
            <a:pPr lvl="2"/>
            <a:r>
              <a:rPr lang="en-US"/>
              <a:t>Application startup point</a:t>
            </a:r>
          </a:p>
          <a:p>
            <a:pPr lvl="2"/>
            <a:r>
              <a:rPr lang="en-US"/>
              <a:t>Custom handlers for application specific controls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03A4C5-E2CF-46F4-B057-B2B2764A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3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B5CA1C92-52FD-4EA7-906D-83988A990FF3}"/>
              </a:ext>
            </a:extLst>
          </p:cNvPr>
          <p:cNvSpPr/>
          <p:nvPr/>
        </p:nvSpPr>
        <p:spPr>
          <a:xfrm>
            <a:off x="3989659" y="2006035"/>
            <a:ext cx="1255030" cy="1255030"/>
          </a:xfrm>
          <a:prstGeom prst="ellipse">
            <a:avLst/>
          </a:prstGeom>
          <a:solidFill>
            <a:srgbClr val="6DD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6E0FEEF-3D00-4045-9B41-26DE3CD5D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Platforms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83D41152-FEC1-4C8D-ABC0-383B6141253C}"/>
              </a:ext>
            </a:extLst>
          </p:cNvPr>
          <p:cNvSpPr txBox="1"/>
          <p:nvPr/>
        </p:nvSpPr>
        <p:spPr>
          <a:xfrm>
            <a:off x="5244689" y="1407710"/>
            <a:ext cx="1793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Official support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CBA74FC0-58F6-4159-BCE2-9850FC62342A}"/>
              </a:ext>
            </a:extLst>
          </p:cNvPr>
          <p:cNvSpPr txBox="1"/>
          <p:nvPr/>
        </p:nvSpPr>
        <p:spPr>
          <a:xfrm>
            <a:off x="479376" y="5301208"/>
            <a:ext cx="35592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/>
              <a:t>* </a:t>
            </a:r>
            <a:r>
              <a:rPr lang="en-US" sz="1500" b="1"/>
              <a:t>Tizen</a:t>
            </a:r>
            <a:r>
              <a:rPr lang="sk-SK" sz="1500" b="1"/>
              <a:t> .NET</a:t>
            </a:r>
            <a:r>
              <a:rPr lang="en-US" sz="1500"/>
              <a:t> supported by </a:t>
            </a:r>
            <a:r>
              <a:rPr lang="cs-CZ" sz="1500"/>
              <a:t>Samsung</a:t>
            </a:r>
            <a:endParaRPr lang="en-US" sz="1500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4A638A53-1250-42C4-8D86-B2B9DA0429B5}"/>
              </a:ext>
            </a:extLst>
          </p:cNvPr>
          <p:cNvSpPr txBox="1"/>
          <p:nvPr/>
        </p:nvSpPr>
        <p:spPr>
          <a:xfrm>
            <a:off x="5491846" y="3667551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Community</a:t>
            </a:r>
          </a:p>
        </p:txBody>
      </p: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EB13AF43-256B-4A5C-B3F5-D0841FE3E730}"/>
              </a:ext>
            </a:extLst>
          </p:cNvPr>
          <p:cNvSpPr txBox="1"/>
          <p:nvPr/>
        </p:nvSpPr>
        <p:spPr>
          <a:xfrm>
            <a:off x="6988612" y="13714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*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637D99E-C523-4DC1-9846-D660CCDC868D}"/>
              </a:ext>
            </a:extLst>
          </p:cNvPr>
          <p:cNvSpPr/>
          <p:nvPr/>
        </p:nvSpPr>
        <p:spPr>
          <a:xfrm>
            <a:off x="2407193" y="2006035"/>
            <a:ext cx="1255030" cy="1255030"/>
          </a:xfrm>
          <a:prstGeom prst="ellipse">
            <a:avLst/>
          </a:prstGeom>
          <a:solidFill>
            <a:srgbClr val="F7B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155433D-EB28-48FA-9CB6-B7951A09F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4628" y="2348625"/>
            <a:ext cx="600159" cy="5698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C5716CC-66BA-4927-8D29-8CC8D0512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3279" y="2306599"/>
            <a:ext cx="647790" cy="653901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9251B5BA-3A3C-4C96-A1DD-772242433ABD}"/>
              </a:ext>
            </a:extLst>
          </p:cNvPr>
          <p:cNvSpPr/>
          <p:nvPr/>
        </p:nvSpPr>
        <p:spPr>
          <a:xfrm>
            <a:off x="5562600" y="2006035"/>
            <a:ext cx="1255030" cy="1255030"/>
          </a:xfrm>
          <a:prstGeom prst="ellipse">
            <a:avLst/>
          </a:prstGeom>
          <a:solidFill>
            <a:srgbClr val="32C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4226E70-C887-4F5F-9B75-2567CAE5B7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0035" y="2337741"/>
            <a:ext cx="600159" cy="600159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37E78F65-F69C-4FDE-AC6B-49EE88E38627}"/>
              </a:ext>
            </a:extLst>
          </p:cNvPr>
          <p:cNvSpPr/>
          <p:nvPr/>
        </p:nvSpPr>
        <p:spPr>
          <a:xfrm>
            <a:off x="7145065" y="2006035"/>
            <a:ext cx="1255030" cy="1255030"/>
          </a:xfrm>
          <a:prstGeom prst="ellipse">
            <a:avLst/>
          </a:prstGeom>
          <a:solidFill>
            <a:srgbClr val="6D7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90CF71F-00EF-4312-ADD7-EB2CDE2C18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72500" y="2333470"/>
            <a:ext cx="600159" cy="600159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51F3CF6C-A6A8-4B71-A372-9D85A9E47EE0}"/>
              </a:ext>
            </a:extLst>
          </p:cNvPr>
          <p:cNvSpPr/>
          <p:nvPr/>
        </p:nvSpPr>
        <p:spPr>
          <a:xfrm>
            <a:off x="8718005" y="1963737"/>
            <a:ext cx="1376221" cy="1297328"/>
          </a:xfrm>
          <a:prstGeom prst="ellipse">
            <a:avLst/>
          </a:prstGeom>
          <a:solidFill>
            <a:srgbClr val="018D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67007F-57E3-4DAD-8DD9-EB41806F7F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810" y="2185096"/>
            <a:ext cx="854609" cy="85460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89ADE3AF-D6C4-4015-BC49-AAF9D975A6DB}"/>
              </a:ext>
            </a:extLst>
          </p:cNvPr>
          <p:cNvSpPr/>
          <p:nvPr/>
        </p:nvSpPr>
        <p:spPr>
          <a:xfrm>
            <a:off x="5562600" y="4267200"/>
            <a:ext cx="1255030" cy="1255030"/>
          </a:xfrm>
          <a:prstGeom prst="ellipse">
            <a:avLst/>
          </a:prstGeom>
          <a:solidFill>
            <a:srgbClr val="DD48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B9F1E54-0A1E-4A82-B6D9-E6CEB0CF41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4" y="4495800"/>
            <a:ext cx="652749" cy="7996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ABB05-6EAC-4F44-8204-CA92CCC3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5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A2FB38B9-C873-497B-8279-2D1A98BA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err="1"/>
              <a:t>Layouts</a:t>
            </a:r>
            <a:r>
              <a:rPr lang="cs-CZ"/>
              <a:t> – </a:t>
            </a:r>
            <a:r>
              <a:rPr lang="en-US"/>
              <a:t>multiple components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E32A623E-3F45-414D-8636-A4FF2E881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808" y="1812762"/>
            <a:ext cx="3010688" cy="468919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cs-CZ" sz="3000" b="1" err="1"/>
              <a:t>AbsoluteLayout</a:t>
            </a:r>
            <a:endParaRPr lang="sk-SK" sz="3000" b="1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BBD126C9-A16C-42F6-88D3-3BD9144CCD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" r="164"/>
          <a:stretch/>
        </p:blipFill>
        <p:spPr>
          <a:xfrm>
            <a:off x="1106066" y="2590801"/>
            <a:ext cx="1982776" cy="3441593"/>
          </a:xfrm>
          <a:prstGeom prst="rect">
            <a:avLst/>
          </a:prstGeom>
        </p:spPr>
      </p:pic>
      <p:sp>
        <p:nvSpPr>
          <p:cNvPr id="10" name="Zástupný symbol pro obsah 5">
            <a:extLst>
              <a:ext uri="{FF2B5EF4-FFF2-40B4-BE49-F238E27FC236}">
                <a16:creationId xmlns:a16="http://schemas.microsoft.com/office/drawing/2014/main" id="{3A73B6E8-8F96-4C8D-A65E-5C71AE716C80}"/>
              </a:ext>
            </a:extLst>
          </p:cNvPr>
          <p:cNvSpPr txBox="1">
            <a:spLocks/>
          </p:cNvSpPr>
          <p:nvPr/>
        </p:nvSpPr>
        <p:spPr>
          <a:xfrm>
            <a:off x="4355375" y="1812762"/>
            <a:ext cx="3010688" cy="468919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cs-CZ" sz="3000" b="1" err="1"/>
              <a:t>RelativeLayout</a:t>
            </a:r>
            <a:endParaRPr lang="sk-SK" sz="3000" b="1"/>
          </a:p>
        </p:txBody>
      </p:sp>
      <p:pic>
        <p:nvPicPr>
          <p:cNvPr id="11" name="Obrázek 6">
            <a:extLst>
              <a:ext uri="{FF2B5EF4-FFF2-40B4-BE49-F238E27FC236}">
                <a16:creationId xmlns:a16="http://schemas.microsoft.com/office/drawing/2014/main" id="{8DA7E448-D91C-48EF-856D-7557C091FE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7" r="2027"/>
          <a:stretch/>
        </p:blipFill>
        <p:spPr>
          <a:xfrm>
            <a:off x="4996078" y="2590800"/>
            <a:ext cx="1982776" cy="3441593"/>
          </a:xfrm>
          <a:prstGeom prst="rect">
            <a:avLst/>
          </a:prstGeom>
        </p:spPr>
      </p:pic>
      <p:sp>
        <p:nvSpPr>
          <p:cNvPr id="12" name="Zástupný symbol pro obsah 5">
            <a:extLst>
              <a:ext uri="{FF2B5EF4-FFF2-40B4-BE49-F238E27FC236}">
                <a16:creationId xmlns:a16="http://schemas.microsoft.com/office/drawing/2014/main" id="{1CDF6B3F-AEEE-4F90-BBBC-86FC664F1197}"/>
              </a:ext>
            </a:extLst>
          </p:cNvPr>
          <p:cNvSpPr txBox="1">
            <a:spLocks/>
          </p:cNvSpPr>
          <p:nvPr/>
        </p:nvSpPr>
        <p:spPr>
          <a:xfrm>
            <a:off x="8221942" y="1842841"/>
            <a:ext cx="3010688" cy="468919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000" b="1" err="1"/>
              <a:t>FlexLayout</a:t>
            </a:r>
            <a:endParaRPr lang="sk-SK" sz="3000" b="1"/>
          </a:p>
        </p:txBody>
      </p:sp>
      <p:pic>
        <p:nvPicPr>
          <p:cNvPr id="9" name="Obrázek 4">
            <a:extLst>
              <a:ext uri="{FF2B5EF4-FFF2-40B4-BE49-F238E27FC236}">
                <a16:creationId xmlns:a16="http://schemas.microsoft.com/office/drawing/2014/main" id="{F39F3E23-0702-4128-A748-E14068E03C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89" b="16418"/>
          <a:stretch/>
        </p:blipFill>
        <p:spPr>
          <a:xfrm>
            <a:off x="8839200" y="2590800"/>
            <a:ext cx="1982776" cy="3428170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86B43027-A723-449A-99A0-7B2E3E8E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2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 uiExpand="1" build="p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A2FB38B9-C873-497B-8279-2D1A98BA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err="1"/>
              <a:t>Layouts</a:t>
            </a:r>
            <a:r>
              <a:rPr lang="cs-CZ"/>
              <a:t> – </a:t>
            </a:r>
            <a:r>
              <a:rPr lang="en-US"/>
              <a:t>multiple components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E32A623E-3F45-414D-8636-A4FF2E881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56875" y="1812762"/>
            <a:ext cx="3010688" cy="468919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cs-CZ" sz="3000" b="1" err="1"/>
              <a:t>Grid</a:t>
            </a:r>
            <a:endParaRPr lang="sk-SK" sz="3000" b="1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BBD126C9-A16C-42F6-88D3-3BD9144CCD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4" r="2064"/>
          <a:stretch/>
        </p:blipFill>
        <p:spPr>
          <a:xfrm>
            <a:off x="2601268" y="2695234"/>
            <a:ext cx="1982776" cy="3441593"/>
          </a:xfrm>
          <a:prstGeom prst="rect">
            <a:avLst/>
          </a:prstGeom>
        </p:spPr>
      </p:pic>
      <p:sp>
        <p:nvSpPr>
          <p:cNvPr id="10" name="Zástupný symbol pro obsah 5">
            <a:extLst>
              <a:ext uri="{FF2B5EF4-FFF2-40B4-BE49-F238E27FC236}">
                <a16:creationId xmlns:a16="http://schemas.microsoft.com/office/drawing/2014/main" id="{3A73B6E8-8F96-4C8D-A65E-5C71AE716C80}"/>
              </a:ext>
            </a:extLst>
          </p:cNvPr>
          <p:cNvSpPr txBox="1">
            <a:spLocks/>
          </p:cNvSpPr>
          <p:nvPr/>
        </p:nvSpPr>
        <p:spPr>
          <a:xfrm>
            <a:off x="7124438" y="1812762"/>
            <a:ext cx="3010688" cy="468919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cs-CZ" sz="3000" b="1" err="1"/>
              <a:t>StackLayout</a:t>
            </a:r>
            <a:endParaRPr lang="sk-SK" sz="3000" b="1"/>
          </a:p>
        </p:txBody>
      </p:sp>
      <p:pic>
        <p:nvPicPr>
          <p:cNvPr id="13" name="Obrázek 5">
            <a:extLst>
              <a:ext uri="{FF2B5EF4-FFF2-40B4-BE49-F238E27FC236}">
                <a16:creationId xmlns:a16="http://schemas.microsoft.com/office/drawing/2014/main" id="{C648C75A-8224-4950-B253-85F8640AA9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34" b="18677"/>
          <a:stretch/>
        </p:blipFill>
        <p:spPr>
          <a:xfrm>
            <a:off x="7686162" y="2695235"/>
            <a:ext cx="1948114" cy="3441592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48178EC-45E9-45E8-8959-73850B5FF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8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A2FB38B9-C873-497B-8279-2D1A98BA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err="1"/>
              <a:t>Layouts</a:t>
            </a:r>
            <a:r>
              <a:rPr lang="cs-CZ"/>
              <a:t> – </a:t>
            </a:r>
            <a:r>
              <a:rPr lang="en-US" err="1"/>
              <a:t>StackLayout</a:t>
            </a:r>
            <a:endParaRPr lang="en-US"/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E32A623E-3F45-414D-8636-A4FF2E881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808" y="1812762"/>
            <a:ext cx="3010688" cy="468919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err="1"/>
              <a:t>StackLayout</a:t>
            </a:r>
            <a:endParaRPr lang="sk-SK" b="1"/>
          </a:p>
        </p:txBody>
      </p:sp>
      <p:sp>
        <p:nvSpPr>
          <p:cNvPr id="10" name="Zástupný symbol pro obsah 5">
            <a:extLst>
              <a:ext uri="{FF2B5EF4-FFF2-40B4-BE49-F238E27FC236}">
                <a16:creationId xmlns:a16="http://schemas.microsoft.com/office/drawing/2014/main" id="{3A73B6E8-8F96-4C8D-A65E-5C71AE716C80}"/>
              </a:ext>
            </a:extLst>
          </p:cNvPr>
          <p:cNvSpPr txBox="1">
            <a:spLocks/>
          </p:cNvSpPr>
          <p:nvPr/>
        </p:nvSpPr>
        <p:spPr>
          <a:xfrm>
            <a:off x="4207858" y="1812762"/>
            <a:ext cx="3352611" cy="468919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600" b="1" err="1"/>
              <a:t>VerticalStackLayout</a:t>
            </a:r>
            <a:endParaRPr lang="sk-SK" sz="2600" b="1"/>
          </a:p>
        </p:txBody>
      </p:sp>
      <p:pic>
        <p:nvPicPr>
          <p:cNvPr id="11" name="Obrázek 6">
            <a:extLst>
              <a:ext uri="{FF2B5EF4-FFF2-40B4-BE49-F238E27FC236}">
                <a16:creationId xmlns:a16="http://schemas.microsoft.com/office/drawing/2014/main" id="{8DA7E448-D91C-48EF-856D-7557C091F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" b="451"/>
          <a:stretch/>
        </p:blipFill>
        <p:spPr>
          <a:xfrm>
            <a:off x="4919878" y="2673508"/>
            <a:ext cx="1982776" cy="3441593"/>
          </a:xfrm>
          <a:prstGeom prst="rect">
            <a:avLst/>
          </a:prstGeom>
        </p:spPr>
      </p:pic>
      <p:sp>
        <p:nvSpPr>
          <p:cNvPr id="12" name="Zástupný symbol pro obsah 5">
            <a:extLst>
              <a:ext uri="{FF2B5EF4-FFF2-40B4-BE49-F238E27FC236}">
                <a16:creationId xmlns:a16="http://schemas.microsoft.com/office/drawing/2014/main" id="{1CDF6B3F-AEEE-4F90-BBBC-86FC664F1197}"/>
              </a:ext>
            </a:extLst>
          </p:cNvPr>
          <p:cNvSpPr txBox="1">
            <a:spLocks/>
          </p:cNvSpPr>
          <p:nvPr/>
        </p:nvSpPr>
        <p:spPr>
          <a:xfrm>
            <a:off x="7838090" y="1826803"/>
            <a:ext cx="3778392" cy="468919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600" b="1" err="1"/>
              <a:t>HorizontalStackLayout</a:t>
            </a:r>
            <a:endParaRPr lang="sk-SK" sz="2600" b="1"/>
          </a:p>
        </p:txBody>
      </p:sp>
      <p:pic>
        <p:nvPicPr>
          <p:cNvPr id="9" name="Obrázek 4">
            <a:extLst>
              <a:ext uri="{FF2B5EF4-FFF2-40B4-BE49-F238E27FC236}">
                <a16:creationId xmlns:a16="http://schemas.microsoft.com/office/drawing/2014/main" id="{F39F3E23-0702-4128-A748-E14068E03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" b="645"/>
          <a:stretch/>
        </p:blipFill>
        <p:spPr>
          <a:xfrm>
            <a:off x="8763000" y="2673508"/>
            <a:ext cx="1982776" cy="3428170"/>
          </a:xfrm>
          <a:prstGeom prst="rect">
            <a:avLst/>
          </a:prstGeom>
        </p:spPr>
      </p:pic>
      <p:pic>
        <p:nvPicPr>
          <p:cNvPr id="13" name="Obrázek 5">
            <a:extLst>
              <a:ext uri="{FF2B5EF4-FFF2-40B4-BE49-F238E27FC236}">
                <a16:creationId xmlns:a16="http://schemas.microsoft.com/office/drawing/2014/main" id="{AC18071D-9986-440D-AFA5-A11E60BB71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234" b="18677"/>
          <a:stretch/>
        </p:blipFill>
        <p:spPr>
          <a:xfrm>
            <a:off x="1044089" y="2666797"/>
            <a:ext cx="1948114" cy="3441592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884A185E-DF7B-4D9C-9205-20EAF1C1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5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 uiExpand="1" build="p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8E42D-DF43-4897-B1BC-0AD82C31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StackLayout</a:t>
            </a:r>
            <a:r>
              <a:rPr lang="en-US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0459A-FF9E-40E0-8033-EAA88ECBA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HorizontalLayout</a:t>
            </a:r>
            <a:r>
              <a:rPr lang="en-US"/>
              <a:t>, </a:t>
            </a:r>
            <a:r>
              <a:rPr lang="en-US" err="1"/>
              <a:t>VerticalLayout</a:t>
            </a:r>
            <a:endParaRPr lang="en-US"/>
          </a:p>
          <a:p>
            <a:pPr lvl="1"/>
            <a:r>
              <a:rPr lang="en-US"/>
              <a:t>Individual layouts for single direction</a:t>
            </a:r>
          </a:p>
          <a:p>
            <a:pPr lvl="1"/>
            <a:r>
              <a:rPr lang="en-US"/>
              <a:t>Separate </a:t>
            </a:r>
            <a:r>
              <a:rPr lang="en-US" err="1"/>
              <a:t>LayoutManagers</a:t>
            </a:r>
            <a:r>
              <a:rPr lang="en-US"/>
              <a:t> with Measure methods</a:t>
            </a:r>
          </a:p>
          <a:p>
            <a:pPr lvl="1"/>
            <a:r>
              <a:rPr lang="en-US"/>
              <a:t>Recommended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 err="1"/>
              <a:t>StackLayout</a:t>
            </a:r>
            <a:endParaRPr lang="en-US"/>
          </a:p>
          <a:p>
            <a:pPr lvl="1"/>
            <a:r>
              <a:rPr lang="en-US"/>
              <a:t>Wraps </a:t>
            </a:r>
            <a:r>
              <a:rPr lang="en-US" b="1" err="1"/>
              <a:t>HorizontalStackLayout</a:t>
            </a:r>
            <a:r>
              <a:rPr lang="en-US"/>
              <a:t> and </a:t>
            </a:r>
            <a:r>
              <a:rPr lang="en-US" b="1" err="1"/>
              <a:t>VerticalStackLayout</a:t>
            </a:r>
            <a:endParaRPr lang="en-US" b="1"/>
          </a:p>
          <a:p>
            <a:pPr lvl="1"/>
            <a:r>
              <a:rPr lang="en-US"/>
              <a:t>Has Orientation</a:t>
            </a:r>
          </a:p>
          <a:p>
            <a:pPr lvl="1"/>
            <a:r>
              <a:rPr lang="en-US"/>
              <a:t>Useful for adaptive layouts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29551-958B-4CD9-B473-C0BE578E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A317D-D275-4CA7-AA32-DC9FAC83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7CDD5-F109-4B4A-BE8C-1FAC761DC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VS - install “Mobile development with .NET” workload in VS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</a:t>
            </a:r>
          </a:p>
          <a:p>
            <a:pPr lvl="1"/>
            <a:r>
              <a:rPr lang="en-US"/>
              <a:t>dotnet workload install </a:t>
            </a:r>
            <a:r>
              <a:rPr lang="en-US" err="1"/>
              <a:t>maui</a:t>
            </a:r>
            <a:endParaRPr lang="en-US"/>
          </a:p>
          <a:p>
            <a:pPr lvl="1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A883E-B583-4A05-9136-97FD0B93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1028" name="Picture 4" descr="Visual Studio workloads for .NET MAUI.">
            <a:extLst>
              <a:ext uri="{FF2B5EF4-FFF2-40B4-BE49-F238E27FC236}">
                <a16:creationId xmlns:a16="http://schemas.microsoft.com/office/drawing/2014/main" id="{A6095AC5-28DB-4DDD-932A-D7881672C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362200"/>
            <a:ext cx="3352800" cy="199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83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A2521E-A4BD-4E3A-AFEA-9BEC18B314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Demo Time!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242A472-0114-417B-83F2-27061E39F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CCE97-166F-4B5A-AAF8-9D4C93C2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83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F594C-84AD-4A92-B8F6-CB07E0523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Windows desktop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2E01-A1EC-44B3-BEC7-C6AD89DB3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/>
              <a:t>Win32/</a:t>
            </a:r>
            <a:r>
              <a:rPr lang="sk-SK" err="1"/>
              <a:t>WinRT</a:t>
            </a:r>
            <a:endParaRPr lang="sk-SK"/>
          </a:p>
          <a:p>
            <a:r>
              <a:rPr lang="sk-SK" err="1"/>
              <a:t>WinUI</a:t>
            </a:r>
            <a:r>
              <a:rPr lang="sk-SK"/>
              <a:t> 3</a:t>
            </a:r>
            <a:endParaRPr lang="en-US"/>
          </a:p>
          <a:p>
            <a:r>
              <a:rPr lang="en-US" err="1"/>
              <a:t>OnPlatform</a:t>
            </a:r>
            <a:endParaRPr lang="en-US"/>
          </a:p>
          <a:p>
            <a:r>
              <a:rPr lang="en-US" err="1"/>
              <a:t>OnIdiom</a:t>
            </a:r>
            <a:endParaRPr lang="en-US"/>
          </a:p>
          <a:p>
            <a:r>
              <a:rPr lang="en-US"/>
              <a:t>Separate views</a:t>
            </a:r>
          </a:p>
          <a:p>
            <a:r>
              <a:rPr lang="en-US"/>
              <a:t>Access to native stuff – yeah, I guess?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0CBD1-77A4-46A4-B94A-328840D0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8E42D-DF43-4897-B1BC-0AD82C31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MAUI </a:t>
            </a:r>
            <a:r>
              <a:rPr lang="en-US" err="1"/>
              <a:t>Blazor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0459A-FF9E-40E0-8033-EAA88ECBA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>
            <a:normAutofit/>
          </a:bodyPr>
          <a:lstStyle/>
          <a:p>
            <a:r>
              <a:rPr lang="en-US"/>
              <a:t>Use </a:t>
            </a:r>
            <a:r>
              <a:rPr lang="en-US" err="1"/>
              <a:t>Blazor</a:t>
            </a:r>
            <a:r>
              <a:rPr lang="en-US"/>
              <a:t> in applications</a:t>
            </a:r>
          </a:p>
          <a:p>
            <a:r>
              <a:rPr lang="en-US"/>
              <a:t>Razor, standard </a:t>
            </a:r>
            <a:r>
              <a:rPr lang="en-US" err="1"/>
              <a:t>Blazor</a:t>
            </a:r>
            <a:r>
              <a:rPr lang="en-US"/>
              <a:t> code</a:t>
            </a:r>
          </a:p>
          <a:p>
            <a:r>
              <a:rPr lang="en-US"/>
              <a:t>Hosted in WebView</a:t>
            </a:r>
          </a:p>
          <a:p>
            <a:r>
              <a:rPr lang="en-US"/>
              <a:t>Runs natively</a:t>
            </a:r>
          </a:p>
          <a:p>
            <a:pPr lvl="1"/>
            <a:r>
              <a:rPr lang="en-US"/>
              <a:t>No </a:t>
            </a:r>
            <a:r>
              <a:rPr lang="en-US" err="1"/>
              <a:t>SignalR</a:t>
            </a:r>
            <a:r>
              <a:rPr lang="en-US"/>
              <a:t>, no </a:t>
            </a:r>
            <a:r>
              <a:rPr lang="en-US" err="1"/>
              <a:t>WebAssembly</a:t>
            </a:r>
            <a:endParaRPr lang="en-US"/>
          </a:p>
          <a:p>
            <a:pPr lvl="1"/>
            <a:r>
              <a:rPr lang="en-US"/>
              <a:t>Access to system APIs (file access, network access…)</a:t>
            </a:r>
          </a:p>
          <a:p>
            <a:r>
              <a:rPr lang="en-US"/>
              <a:t>But why?</a:t>
            </a:r>
          </a:p>
          <a:p>
            <a:pPr lvl="1"/>
            <a:r>
              <a:rPr lang="en-US" err="1"/>
              <a:t>Blazor</a:t>
            </a:r>
            <a:r>
              <a:rPr lang="en-US"/>
              <a:t>/web developer using razor – develop mobile applications</a:t>
            </a:r>
          </a:p>
          <a:p>
            <a:pPr lvl="1"/>
            <a:r>
              <a:rPr lang="en-US"/>
              <a:t>Use Blazor components in any .NET applications (MAUI, WPF, UWP…)</a:t>
            </a:r>
            <a:endParaRPr lang="sk-SK"/>
          </a:p>
          <a:p>
            <a:pPr lvl="1"/>
            <a:r>
              <a:rPr lang="sk-SK" err="1"/>
              <a:t>The</a:t>
            </a:r>
            <a:r>
              <a:rPr lang="sk-SK"/>
              <a:t> </a:t>
            </a:r>
            <a:r>
              <a:rPr lang="sk-SK" err="1"/>
              <a:t>cross-platform</a:t>
            </a:r>
            <a:r>
              <a:rPr lang="sk-SK"/>
              <a:t> UI </a:t>
            </a:r>
            <a:r>
              <a:rPr lang="sk-SK" err="1"/>
              <a:t>stuff</a:t>
            </a:r>
            <a:r>
              <a:rPr lang="sk-SK"/>
              <a:t> </a:t>
            </a:r>
            <a:r>
              <a:rPr lang="sk-SK" err="1"/>
              <a:t>is</a:t>
            </a:r>
            <a:r>
              <a:rPr lang="sk-SK"/>
              <a:t> </a:t>
            </a:r>
            <a:r>
              <a:rPr lang="sk-SK" err="1"/>
              <a:t>already</a:t>
            </a:r>
            <a:r>
              <a:rPr lang="sk-SK"/>
              <a:t> </a:t>
            </a:r>
            <a:r>
              <a:rPr lang="sk-SK" err="1"/>
              <a:t>solved</a:t>
            </a:r>
            <a:r>
              <a:rPr lang="sk-SK"/>
              <a:t> – </a:t>
            </a:r>
            <a:r>
              <a:rPr lang="sk-SK" err="1"/>
              <a:t>it</a:t>
            </a:r>
            <a:r>
              <a:rPr lang="en-US"/>
              <a:t>’s in a browser!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29551-958B-4CD9-B473-C0BE578E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7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E66A-2A36-4B56-A22C-C06849A7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MAUI vs. Xamarin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FC6CB-4900-4C56-A237-056B56CCD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.NET 6, C# 10</a:t>
            </a:r>
          </a:p>
          <a:p>
            <a:r>
              <a:rPr lang="sk-SK"/>
              <a:t>Single </a:t>
            </a:r>
            <a:r>
              <a:rPr lang="sk-SK" err="1"/>
              <a:t>project</a:t>
            </a:r>
            <a:endParaRPr lang="sk-SK"/>
          </a:p>
          <a:p>
            <a:pPr lvl="1"/>
            <a:r>
              <a:rPr lang="sk-SK" err="1"/>
              <a:t>Unified</a:t>
            </a:r>
            <a:r>
              <a:rPr lang="sk-SK"/>
              <a:t> </a:t>
            </a:r>
            <a:r>
              <a:rPr lang="sk-SK" err="1"/>
              <a:t>working</a:t>
            </a:r>
            <a:r>
              <a:rPr lang="sk-SK"/>
              <a:t> </a:t>
            </a:r>
            <a:r>
              <a:rPr lang="sk-SK" err="1"/>
              <a:t>with</a:t>
            </a:r>
            <a:r>
              <a:rPr lang="sk-SK"/>
              <a:t> </a:t>
            </a:r>
            <a:r>
              <a:rPr lang="sk-SK" err="1"/>
              <a:t>images</a:t>
            </a:r>
            <a:r>
              <a:rPr lang="sk-SK"/>
              <a:t>, </a:t>
            </a:r>
            <a:r>
              <a:rPr lang="sk-SK" err="1"/>
              <a:t>fonts</a:t>
            </a:r>
            <a:r>
              <a:rPr lang="en-US"/>
              <a:t>, splash screen</a:t>
            </a:r>
            <a:r>
              <a:rPr lang="sk-SK"/>
              <a:t> and </a:t>
            </a:r>
            <a:r>
              <a:rPr lang="sk-SK" err="1"/>
              <a:t>other</a:t>
            </a:r>
            <a:r>
              <a:rPr lang="sk-SK"/>
              <a:t> </a:t>
            </a:r>
            <a:r>
              <a:rPr lang="sk-SK" err="1"/>
              <a:t>resources</a:t>
            </a:r>
            <a:endParaRPr lang="en-US"/>
          </a:p>
          <a:p>
            <a:pPr lvl="1"/>
            <a:r>
              <a:rPr lang="en-US"/>
              <a:t>Custom </a:t>
            </a:r>
            <a:r>
              <a:rPr lang="sk-SK" err="1"/>
              <a:t>Renderers</a:t>
            </a:r>
            <a:r>
              <a:rPr lang="sk-SK"/>
              <a:t> </a:t>
            </a:r>
            <a:r>
              <a:rPr lang="en-US"/>
              <a:t>-&gt; Handlers</a:t>
            </a:r>
          </a:p>
          <a:p>
            <a:r>
              <a:rPr lang="sk-SK" err="1"/>
              <a:t>IoC</a:t>
            </a:r>
            <a:r>
              <a:rPr lang="sk-SK"/>
              <a:t>/DI</a:t>
            </a:r>
            <a:endParaRPr lang="en-US"/>
          </a:p>
          <a:p>
            <a:r>
              <a:rPr lang="en-US"/>
              <a:t>Unified working with WinRT</a:t>
            </a:r>
            <a:endParaRPr lang="sk-SK"/>
          </a:p>
          <a:p>
            <a:r>
              <a:rPr lang="en-US"/>
              <a:t>Official support for Mac OS</a:t>
            </a:r>
            <a:endParaRPr lang="sk-SK"/>
          </a:p>
          <a:p>
            <a:r>
              <a:rPr lang="sk-SK"/>
              <a:t>MAUI </a:t>
            </a:r>
            <a:r>
              <a:rPr lang="sk-SK" err="1"/>
              <a:t>Blazor</a:t>
            </a:r>
            <a:endParaRPr lang="en-US"/>
          </a:p>
          <a:p>
            <a:r>
              <a:rPr lang="sk-SK" err="1"/>
              <a:t>Support</a:t>
            </a:r>
            <a:r>
              <a:rPr lang="sk-SK"/>
              <a:t> </a:t>
            </a:r>
            <a:r>
              <a:rPr lang="sk-SK" err="1"/>
              <a:t>for</a:t>
            </a:r>
            <a:r>
              <a:rPr lang="sk-SK"/>
              <a:t> MVU </a:t>
            </a:r>
            <a:r>
              <a:rPr lang="sk-SK" err="1"/>
              <a:t>pattern</a:t>
            </a:r>
            <a:endParaRPr lang="sk-SK"/>
          </a:p>
          <a:p>
            <a:r>
              <a:rPr lang="sk-SK"/>
              <a:t>New Project </a:t>
            </a:r>
            <a:r>
              <a:rPr lang="sk-SK" err="1"/>
              <a:t>property</a:t>
            </a:r>
            <a:r>
              <a:rPr lang="sk-SK"/>
              <a:t> </a:t>
            </a:r>
            <a:r>
              <a:rPr lang="sk-SK" err="1"/>
              <a:t>pages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69D17-CB0F-46E2-A6E5-C127F7B87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8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D5F2A-E261-4622-98AF-CBEDBA00A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Xamarin to MAUI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189D2-5134-4BA6-A94D-C6B5602FA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Current solution - manual process</a:t>
            </a:r>
          </a:p>
          <a:p>
            <a:pPr lvl="1"/>
            <a:r>
              <a:rPr lang="en-US"/>
              <a:t>Create new project</a:t>
            </a:r>
          </a:p>
          <a:p>
            <a:pPr lvl="1"/>
            <a:r>
              <a:rPr lang="en-US"/>
              <a:t>Copy code files</a:t>
            </a:r>
          </a:p>
          <a:p>
            <a:pPr lvl="1"/>
            <a:r>
              <a:rPr lang="en-US"/>
              <a:t>Bulk rename Xamarin namespaces to MAUI namespaces</a:t>
            </a:r>
          </a:p>
          <a:p>
            <a:pPr lvl="1"/>
            <a:r>
              <a:rPr lang="en-US"/>
              <a:t>Update dependencies to target .NET 6 and MAUI</a:t>
            </a:r>
          </a:p>
          <a:p>
            <a:r>
              <a:rPr lang="en-US"/>
              <a:t>Expected solution - .NET upgrade assistant</a:t>
            </a:r>
          </a:p>
          <a:p>
            <a:pPr lvl="1"/>
            <a:r>
              <a:rPr lang="en-US"/>
              <a:t>Automatically migrate to single project and swap namespaces</a:t>
            </a:r>
          </a:p>
          <a:p>
            <a:pPr lvl="1"/>
            <a:r>
              <a:rPr lang="en-US"/>
              <a:t>Update dependencies (</a:t>
            </a:r>
            <a:r>
              <a:rPr lang="sk-SK" err="1"/>
              <a:t>manual</a:t>
            </a:r>
            <a:r>
              <a:rPr lang="en-US"/>
              <a:t>)</a:t>
            </a:r>
          </a:p>
          <a:p>
            <a:pPr lvl="1"/>
            <a:r>
              <a:rPr lang="en-US"/>
              <a:t>Register compatibility services or renderers (manual)</a:t>
            </a:r>
          </a:p>
          <a:p>
            <a:r>
              <a:rPr lang="en-US"/>
              <a:t>Community Toolkit solution</a:t>
            </a:r>
          </a:p>
          <a:p>
            <a:pPr lvl="1"/>
            <a:r>
              <a:rPr lang="en-US" err="1"/>
              <a:t>MauiCompat</a:t>
            </a:r>
            <a:r>
              <a:rPr lang="en-US"/>
              <a:t> steps </a:t>
            </a:r>
            <a:r>
              <a:rPr lang="en-US" sz="1600">
                <a:hlinkClick r:id="rId2"/>
              </a:rPr>
              <a:t>https://github.com/xamarin/XamarinCommunityToolkit/blob/main/MauiCompatSteps.md</a:t>
            </a:r>
            <a:endParaRPr lang="en-US" sz="1600"/>
          </a:p>
          <a:p>
            <a:pPr lvl="1"/>
            <a:r>
              <a:rPr lang="en-US"/>
              <a:t>MauiCompat.sh </a:t>
            </a:r>
            <a:r>
              <a:rPr lang="en-US" sz="1600">
                <a:hlinkClick r:id="rId3"/>
              </a:rPr>
              <a:t>https://github.com/xamarin/XamarinCommunityToolkit/blob/main/MauiCompat.sh</a:t>
            </a:r>
            <a:r>
              <a:rPr lang="en-US" sz="160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E09F9-2641-477A-9418-ED1DBB12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0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2103-7764-4904-8190-E25D7C8FC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Startup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F6BB-621B-429C-B189-AB1C7C0C8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Starting in </a:t>
            </a:r>
            <a:r>
              <a:rPr lang="en-US" err="1"/>
              <a:t>MauiProgram.cs</a:t>
            </a:r>
            <a:endParaRPr lang="en-US"/>
          </a:p>
          <a:p>
            <a:endParaRPr lang="en-US"/>
          </a:p>
          <a:p>
            <a:r>
              <a:rPr lang="en-US"/>
              <a:t>Use </a:t>
            </a:r>
            <a:r>
              <a:rPr lang="en-US" err="1"/>
              <a:t>MauiAppBuilder</a:t>
            </a:r>
            <a:r>
              <a:rPr lang="en-US"/>
              <a:t> (similar to </a:t>
            </a:r>
            <a:r>
              <a:rPr lang="en-US" err="1"/>
              <a:t>WebApplicationBuilder</a:t>
            </a:r>
            <a:r>
              <a:rPr lang="en-US"/>
              <a:t> etc.)</a:t>
            </a:r>
          </a:p>
          <a:p>
            <a:r>
              <a:rPr lang="en-US"/>
              <a:t>Register dependencies – </a:t>
            </a:r>
            <a:r>
              <a:rPr lang="en-US" err="1"/>
              <a:t>IServiceCollection</a:t>
            </a:r>
            <a:endParaRPr lang="en-US"/>
          </a:p>
          <a:p>
            <a:pPr lvl="1"/>
            <a:r>
              <a:rPr lang="en-US"/>
              <a:t>Including Views and </a:t>
            </a:r>
            <a:r>
              <a:rPr lang="en-US" err="1"/>
              <a:t>ViewModels</a:t>
            </a:r>
            <a:endParaRPr lang="en-US"/>
          </a:p>
          <a:p>
            <a:r>
              <a:rPr lang="en-US"/>
              <a:t>Register handlers</a:t>
            </a:r>
          </a:p>
          <a:p>
            <a:r>
              <a:rPr lang="en-US"/>
              <a:t>Configure resources (fonts etc.)</a:t>
            </a:r>
          </a:p>
          <a:p>
            <a:r>
              <a:rPr lang="en-US"/>
              <a:t>Build </a:t>
            </a:r>
            <a:r>
              <a:rPr lang="en-US" err="1"/>
              <a:t>MauiApp</a:t>
            </a:r>
            <a:r>
              <a:rPr lang="en-US"/>
              <a:t> instance</a:t>
            </a:r>
          </a:p>
          <a:p>
            <a:r>
              <a:rPr lang="en-US"/>
              <a:t>Register routes (if using Shell)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704DE-F87D-42DA-B2DF-D6800CFCD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16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76F52-5A19-4BE9-AD15-91EED131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05B14-917B-41AD-BF50-F7859670D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Xamarin.Forms</a:t>
            </a:r>
            <a:r>
              <a:rPr lang="en-US"/>
              <a:t> -&gt; Microsoft.Maui.*</a:t>
            </a:r>
          </a:p>
          <a:p>
            <a:pPr lvl="1"/>
            <a:r>
              <a:rPr lang="en-US" err="1"/>
              <a:t>Microsoft.Maui.Controls</a:t>
            </a:r>
            <a:r>
              <a:rPr lang="en-US"/>
              <a:t>, </a:t>
            </a:r>
            <a:r>
              <a:rPr lang="en-US" err="1"/>
              <a:t>Microsoft.Maui.Graphics</a:t>
            </a:r>
            <a:r>
              <a:rPr lang="en-US"/>
              <a:t>…</a:t>
            </a:r>
          </a:p>
          <a:p>
            <a:pPr lvl="1"/>
            <a:endParaRPr lang="en-US"/>
          </a:p>
          <a:p>
            <a:r>
              <a:rPr lang="en-US" sz="2000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="http://xamarin.com/schemas/2014/forms"</a:t>
            </a:r>
            <a:endParaRPr lang="en-US" sz="20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</a:rPr>
              <a:t>  -&gt; </a:t>
            </a:r>
            <a:r>
              <a:rPr lang="en-US" sz="2000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="http://schemas.microsoft.com/dotnet/2021/</a:t>
            </a:r>
            <a:r>
              <a:rPr lang="en-US" sz="2000" err="1">
                <a:solidFill>
                  <a:srgbClr val="0000FF"/>
                </a:solidFill>
                <a:latin typeface="Cascadia Mono" panose="020B0609020000020004" pitchFamily="49" charset="0"/>
              </a:rPr>
              <a:t>maui</a:t>
            </a: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66E77-FD67-400C-AAC8-E872B19B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75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7E5F5-B1CE-406D-BFEA-E0C906A64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XAML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81AA6-9505-4D2A-AE2F-1BF720E98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Controls have the same names</a:t>
            </a:r>
          </a:p>
          <a:p>
            <a:r>
              <a:rPr lang="en-US"/>
              <a:t>Mostly the same properties</a:t>
            </a:r>
          </a:p>
          <a:p>
            <a:r>
              <a:rPr lang="en-US"/>
              <a:t>Some differences in default values</a:t>
            </a:r>
          </a:p>
          <a:p>
            <a:pPr lvl="1"/>
            <a:r>
              <a:rPr lang="en-US" err="1"/>
              <a:t>Grid.RowSpacing</a:t>
            </a:r>
            <a:r>
              <a:rPr lang="en-US"/>
              <a:t>, </a:t>
            </a:r>
            <a:r>
              <a:rPr lang="en-US" err="1"/>
              <a:t>Grid.ColumnSpacing</a:t>
            </a:r>
            <a:r>
              <a:rPr lang="en-US"/>
              <a:t>, </a:t>
            </a:r>
            <a:r>
              <a:rPr lang="en-US" err="1"/>
              <a:t>StackLayout.Spacing</a:t>
            </a:r>
            <a:r>
              <a:rPr lang="en-US"/>
              <a:t>…</a:t>
            </a:r>
          </a:p>
          <a:p>
            <a:r>
              <a:rPr lang="en-US"/>
              <a:t>Sometimes something doesn’t work</a:t>
            </a:r>
          </a:p>
          <a:p>
            <a:pPr lvl="1"/>
            <a:r>
              <a:rPr lang="en-US" err="1"/>
              <a:t>ToolbarItems</a:t>
            </a:r>
            <a:r>
              <a:rPr lang="en-US"/>
              <a:t> in Shell</a:t>
            </a:r>
          </a:p>
          <a:p>
            <a:pPr lvl="1"/>
            <a:r>
              <a:rPr lang="en-US"/>
              <a:t>Applying default Style (without x:Key)</a:t>
            </a:r>
          </a:p>
          <a:p>
            <a:pPr lvl="1"/>
            <a:r>
              <a:rPr lang="en-US"/>
              <a:t>…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23F80-CE86-46C8-BE79-917587DD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90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2EF92-7A85-4AA1-9486-F71A227E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Behaviors, Converters,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D8FDC-0247-4D42-909C-3DC927F90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Only change the namespace</a:t>
            </a:r>
          </a:p>
          <a:p>
            <a:r>
              <a:rPr lang="en-US"/>
              <a:t>It’s expected that Effects will be used less – use Handlers instead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1EB1-1D6F-4118-AB89-D15BE34F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62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A9FE4-4663-4D4D-89E8-9F56D514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 Renderers – what you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463F8-840C-416D-A3DA-86CC3EF2E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25200" cy="4530725"/>
          </a:xfrm>
        </p:spPr>
        <p:txBody>
          <a:bodyPr>
            <a:normAutofit fontScale="92500"/>
          </a:bodyPr>
          <a:lstStyle/>
          <a:p>
            <a:r>
              <a:rPr lang="en-US" b="1"/>
              <a:t>Interface</a:t>
            </a:r>
            <a:r>
              <a:rPr lang="en-US"/>
              <a:t> inherits from </a:t>
            </a:r>
            <a:r>
              <a:rPr lang="en-US" b="1" err="1"/>
              <a:t>IView</a:t>
            </a:r>
            <a:r>
              <a:rPr lang="en-US" b="1"/>
              <a:t> </a:t>
            </a:r>
            <a:r>
              <a:rPr lang="en-US"/>
              <a:t>(i.e., </a:t>
            </a:r>
            <a:r>
              <a:rPr lang="en-US" err="1"/>
              <a:t>ICustomEntry</a:t>
            </a:r>
            <a:r>
              <a:rPr lang="en-US"/>
              <a:t>)</a:t>
            </a:r>
          </a:p>
          <a:p>
            <a:pPr lvl="1"/>
            <a:r>
              <a:rPr lang="en-US"/>
              <a:t>Define required properties</a:t>
            </a:r>
          </a:p>
          <a:p>
            <a:r>
              <a:rPr lang="en-US" b="1"/>
              <a:t>Class</a:t>
            </a:r>
            <a:r>
              <a:rPr lang="en-US"/>
              <a:t> inherits from </a:t>
            </a:r>
            <a:r>
              <a:rPr lang="en-US" b="1"/>
              <a:t>View</a:t>
            </a:r>
            <a:r>
              <a:rPr lang="en-US"/>
              <a:t> and implements the interface (i.e., </a:t>
            </a:r>
            <a:r>
              <a:rPr lang="en-US" err="1"/>
              <a:t>CustomEntry</a:t>
            </a:r>
            <a:r>
              <a:rPr lang="en-US"/>
              <a:t>)</a:t>
            </a:r>
          </a:p>
          <a:p>
            <a:pPr lvl="1"/>
            <a:r>
              <a:rPr lang="en-US"/>
              <a:t>Properties usually as </a:t>
            </a:r>
            <a:r>
              <a:rPr lang="en-US" b="1"/>
              <a:t>bindable properties</a:t>
            </a:r>
          </a:p>
          <a:p>
            <a:r>
              <a:rPr lang="en-US" b="1"/>
              <a:t>Handler </a:t>
            </a:r>
            <a:r>
              <a:rPr lang="en-US"/>
              <a:t>inherits from </a:t>
            </a:r>
            <a:r>
              <a:rPr lang="en-US" b="1" err="1"/>
              <a:t>ViewHandler</a:t>
            </a:r>
            <a:r>
              <a:rPr lang="en-US" b="1"/>
              <a:t> </a:t>
            </a:r>
            <a:r>
              <a:rPr lang="en-US"/>
              <a:t>(i.e., </a:t>
            </a:r>
            <a:r>
              <a:rPr lang="en-US" err="1"/>
              <a:t>CustomEntryHandler</a:t>
            </a:r>
            <a:r>
              <a:rPr lang="en-US"/>
              <a:t>)</a:t>
            </a:r>
          </a:p>
          <a:p>
            <a:pPr lvl="1"/>
            <a:r>
              <a:rPr lang="en-US"/>
              <a:t>Use the </a:t>
            </a:r>
            <a:r>
              <a:rPr lang="en-US" b="1"/>
              <a:t>interface </a:t>
            </a:r>
            <a:r>
              <a:rPr lang="en-US"/>
              <a:t>and </a:t>
            </a:r>
            <a:r>
              <a:rPr lang="en-US" b="1"/>
              <a:t>platform view</a:t>
            </a:r>
            <a:r>
              <a:rPr lang="en-US"/>
              <a:t> as generic parameters</a:t>
            </a:r>
          </a:p>
          <a:p>
            <a:pPr lvl="1"/>
            <a:r>
              <a:rPr lang="en-US"/>
              <a:t>Use </a:t>
            </a:r>
            <a:r>
              <a:rPr lang="en-US" err="1"/>
              <a:t>PropertyMapper</a:t>
            </a:r>
            <a:r>
              <a:rPr lang="en-US"/>
              <a:t> to use individual properties in platform view</a:t>
            </a:r>
          </a:p>
          <a:p>
            <a:pPr lvl="1"/>
            <a:r>
              <a:rPr lang="en-US"/>
              <a:t>Override </a:t>
            </a:r>
            <a:r>
              <a:rPr lang="en-US" b="1" err="1"/>
              <a:t>CreatePlatformView</a:t>
            </a:r>
            <a:r>
              <a:rPr lang="en-US" b="1"/>
              <a:t>() </a:t>
            </a:r>
            <a:r>
              <a:rPr lang="en-US"/>
              <a:t>to initialize the platform view</a:t>
            </a:r>
          </a:p>
          <a:p>
            <a:r>
              <a:rPr lang="en-US" b="1"/>
              <a:t>Register</a:t>
            </a:r>
            <a:r>
              <a:rPr lang="en-US"/>
              <a:t> the handler in </a:t>
            </a:r>
            <a:r>
              <a:rPr lang="en-US" err="1"/>
              <a:t>MauiAppBuilder</a:t>
            </a:r>
            <a:endParaRPr lang="en-US"/>
          </a:p>
          <a:p>
            <a:pPr lvl="1"/>
            <a:r>
              <a:rPr lang="en-US"/>
              <a:t>use conditional compilation for individual platforms</a:t>
            </a: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F9B0D-AD10-4338-956A-C89EAE64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40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F1F3-4936-4721-9862-6A8D32EB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Handlers –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43D84-1E61-47F1-AEC9-679415A86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6600" cy="4351338"/>
          </a:xfrm>
        </p:spPr>
        <p:txBody>
          <a:bodyPr>
            <a:normAutofit lnSpcReduction="10000"/>
          </a:bodyPr>
          <a:lstStyle/>
          <a:p>
            <a:r>
              <a:rPr lang="en-US" b="1"/>
              <a:t>(old) </a:t>
            </a:r>
            <a:r>
              <a:rPr lang="en-US" b="1" err="1"/>
              <a:t>ExportRenderer</a:t>
            </a:r>
            <a:r>
              <a:rPr lang="en-US"/>
              <a:t> attribute – lead to assembly scanning in startup (slow)</a:t>
            </a:r>
          </a:p>
          <a:p>
            <a:r>
              <a:rPr lang="en-US" b="1"/>
              <a:t>(old) </a:t>
            </a:r>
            <a:r>
              <a:rPr lang="en-US" b="1" err="1"/>
              <a:t>OnElementChanged</a:t>
            </a:r>
            <a:r>
              <a:rPr lang="en-US"/>
              <a:t> method – confusion (</a:t>
            </a:r>
            <a:r>
              <a:rPr lang="en-US" err="1"/>
              <a:t>OldElement</a:t>
            </a:r>
            <a:r>
              <a:rPr lang="en-US"/>
              <a:t>, </a:t>
            </a:r>
            <a:r>
              <a:rPr lang="en-US" err="1"/>
              <a:t>NewElement</a:t>
            </a:r>
            <a:r>
              <a:rPr lang="en-US"/>
              <a:t>, events…)</a:t>
            </a:r>
          </a:p>
          <a:p>
            <a:r>
              <a:rPr lang="en-US" b="1"/>
              <a:t>(old) Private methods</a:t>
            </a:r>
            <a:r>
              <a:rPr lang="en-US"/>
              <a:t> in native controls – lack of access</a:t>
            </a:r>
          </a:p>
          <a:p>
            <a:endParaRPr lang="en-US"/>
          </a:p>
          <a:p>
            <a:r>
              <a:rPr lang="en-US" err="1"/>
              <a:t>ViewHandler</a:t>
            </a:r>
            <a:r>
              <a:rPr lang="en-US"/>
              <a:t> </a:t>
            </a:r>
            <a:r>
              <a:rPr lang="en-US" b="1"/>
              <a:t>does not</a:t>
            </a:r>
            <a:r>
              <a:rPr lang="en-US"/>
              <a:t> create a parent element</a:t>
            </a:r>
          </a:p>
          <a:p>
            <a:r>
              <a:rPr lang="en-US" b="1" err="1"/>
              <a:t>ConnectHandler</a:t>
            </a:r>
            <a:r>
              <a:rPr lang="en-US" b="1"/>
              <a:t>() </a:t>
            </a:r>
            <a:r>
              <a:rPr lang="en-US"/>
              <a:t>– initialize, subscribe events, etc.</a:t>
            </a:r>
          </a:p>
          <a:p>
            <a:r>
              <a:rPr lang="en-US" b="1" err="1"/>
              <a:t>DisconnectHandler</a:t>
            </a:r>
            <a:r>
              <a:rPr lang="en-US" b="1"/>
              <a:t>()</a:t>
            </a:r>
            <a:r>
              <a:rPr lang="en-US"/>
              <a:t> – dispose, unsubscribe events,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F685A-8FDB-4950-A694-10D940A7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943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6B3A-1465-4E7E-BD3D-A34DAE84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 Renderers – Compatibility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28E68-6486-4E3B-9113-D20C7D5C4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01400" cy="4351338"/>
          </a:xfrm>
        </p:spPr>
        <p:txBody>
          <a:bodyPr>
            <a:normAutofit/>
          </a:bodyPr>
          <a:lstStyle/>
          <a:p>
            <a:r>
              <a:rPr lang="en-US"/>
              <a:t>You can use the existing custom renderers</a:t>
            </a:r>
          </a:p>
          <a:p>
            <a:r>
              <a:rPr lang="en-US"/>
              <a:t>Package </a:t>
            </a:r>
            <a:r>
              <a:rPr lang="en-US" b="1" err="1"/>
              <a:t>Xamarin.CommunityToolkit.MauiCompat</a:t>
            </a:r>
            <a:endParaRPr lang="en-US" b="1"/>
          </a:p>
          <a:p>
            <a:r>
              <a:rPr lang="en-US"/>
              <a:t>Use custom renderers from Xamarin</a:t>
            </a:r>
          </a:p>
          <a:p>
            <a:r>
              <a:rPr lang="en-US"/>
              <a:t>Change the namespace</a:t>
            </a:r>
          </a:p>
          <a:p>
            <a:r>
              <a:rPr lang="en-US"/>
              <a:t>Register the individual renderers in </a:t>
            </a:r>
            <a:r>
              <a:rPr lang="en-US" err="1"/>
              <a:t>MauiAppBuilder</a:t>
            </a:r>
            <a:endParaRPr lang="en-US"/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7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builder.ConfigureMauiHandlers</a:t>
            </a:r>
            <a:r>
              <a:rPr lang="en-US" sz="17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(handlers =&gt;</a:t>
            </a:r>
            <a:endParaRPr lang="en-US" sz="170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{</a:t>
            </a:r>
            <a:endParaRPr lang="en-US" sz="170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  </a:t>
            </a:r>
            <a:r>
              <a:rPr lang="en-US" sz="17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handlers.AddCompatibilityRenderer</a:t>
            </a:r>
            <a:r>
              <a:rPr lang="en-US" sz="17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70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typeof</a:t>
            </a:r>
            <a:r>
              <a:rPr lang="en-US" sz="17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7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CustomEntry</a:t>
            </a:r>
            <a:r>
              <a:rPr lang="en-US" sz="17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), </a:t>
            </a:r>
            <a:r>
              <a:rPr lang="en-US" sz="170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typeof</a:t>
            </a:r>
            <a:r>
              <a:rPr lang="en-US" sz="17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</a:t>
            </a:r>
            <a:r>
              <a:rPr lang="en-US" sz="17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CustomEntryRenderer</a:t>
            </a:r>
            <a:r>
              <a:rPr lang="en-US" sz="17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));</a:t>
            </a:r>
            <a:endParaRPr lang="en-US" sz="170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7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});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 use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AddCompatibilityRenderers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for all renderers in an assembly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70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9A73D-634D-410C-93AD-39CCF827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7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B643-9528-4295-8173-DDC0BA19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Xamarin to MAUI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D0182-F15F-41AB-B671-CD3A3BFC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Application Startup</a:t>
            </a:r>
          </a:p>
          <a:p>
            <a:r>
              <a:rPr lang="en-US"/>
              <a:t>Namespaces</a:t>
            </a:r>
          </a:p>
          <a:p>
            <a:r>
              <a:rPr lang="en-US"/>
              <a:t>XAML</a:t>
            </a:r>
          </a:p>
          <a:p>
            <a:r>
              <a:rPr lang="en-US"/>
              <a:t>Behaviors</a:t>
            </a:r>
          </a:p>
          <a:p>
            <a:r>
              <a:rPr lang="en-US"/>
              <a:t>Converters</a:t>
            </a:r>
          </a:p>
          <a:p>
            <a:r>
              <a:rPr lang="en-US"/>
              <a:t>Effects</a:t>
            </a:r>
          </a:p>
          <a:p>
            <a:r>
              <a:rPr lang="en-US"/>
              <a:t>Renderers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E1BC4-A6F4-408F-BB69-8335B56F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5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34FEB-29D3-F7EB-5DBE-2575513C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Platform specific</a:t>
            </a:r>
            <a:r>
              <a:rPr lang="sk-SK"/>
              <a:t> – </a:t>
            </a:r>
            <a:r>
              <a:rPr lang="sk-SK" err="1"/>
              <a:t>Platfom</a:t>
            </a:r>
            <a:r>
              <a:rPr lang="sk-SK"/>
              <a:t> </a:t>
            </a:r>
            <a:r>
              <a:rPr lang="sk-SK" err="1"/>
              <a:t>folders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713AA-3E31-C51E-3E61-CDDB290BB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Inidividual</a:t>
            </a:r>
            <a:r>
              <a:rPr lang="en-US"/>
              <a:t> folders for each platform</a:t>
            </a:r>
          </a:p>
          <a:p>
            <a:r>
              <a:rPr lang="en-US"/>
              <a:t>Build tasks pre-configured to use contents only for specific platforms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C68D3-C18D-1F31-7FD1-9431E8B6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93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E93E-3719-39AD-0483-CA2EA872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Platform specific – Filename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6252D-5ECF-624A-4EC4-C9503F1C9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Suffixes for individual platforms</a:t>
            </a:r>
          </a:p>
          <a:p>
            <a:pPr lvl="1"/>
            <a:r>
              <a:rPr lang="en-US" err="1"/>
              <a:t>ButtonHandler.Android.cs</a:t>
            </a:r>
            <a:endParaRPr lang="en-US"/>
          </a:p>
          <a:p>
            <a:pPr lvl="1"/>
            <a:r>
              <a:rPr lang="en-US" err="1"/>
              <a:t>ButtonHandler.Standard.cs</a:t>
            </a:r>
            <a:endParaRPr lang="en-US"/>
          </a:p>
          <a:p>
            <a:pPr lvl="1"/>
            <a:r>
              <a:rPr lang="en-US" err="1"/>
              <a:t>ButtonHandler.Tizen.cs</a:t>
            </a:r>
            <a:endParaRPr lang="en-US"/>
          </a:p>
          <a:p>
            <a:pPr lvl="1"/>
            <a:r>
              <a:rPr lang="en-US" err="1"/>
              <a:t>ButtonHandler.Windows.cs</a:t>
            </a:r>
            <a:endParaRPr lang="en-US"/>
          </a:p>
          <a:p>
            <a:pPr lvl="1"/>
            <a:r>
              <a:rPr lang="en-US" err="1"/>
              <a:t>ButtonHandler.cs</a:t>
            </a:r>
            <a:endParaRPr lang="en-US"/>
          </a:p>
          <a:p>
            <a:pPr lvl="1"/>
            <a:r>
              <a:rPr lang="en-US" err="1"/>
              <a:t>ButtonHandler.iOS.cs</a:t>
            </a:r>
            <a:endParaRPr lang="en-US"/>
          </a:p>
          <a:p>
            <a:pPr lvl="1"/>
            <a:r>
              <a:rPr lang="en-US" err="1"/>
              <a:t>IButtonHandler.cs</a:t>
            </a:r>
            <a:endParaRPr lang="en-US"/>
          </a:p>
          <a:p>
            <a:pPr lvl="1"/>
            <a:endParaRPr lang="en-US"/>
          </a:p>
          <a:p>
            <a:r>
              <a:rPr lang="en-US"/>
              <a:t>Build tasks also pre-configured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1F99D-AD03-177D-037F-6126B69B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36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EFFA-543E-8AF6-6762-B523164F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Platform specific – Conditional compilation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81CBF-3AA5-9919-4DC1-565EE21AF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Options for use in #if directive</a:t>
            </a:r>
          </a:p>
          <a:p>
            <a:pPr lvl="1"/>
            <a:r>
              <a:rPr lang="en-US"/>
              <a:t>ANDROID</a:t>
            </a:r>
          </a:p>
          <a:p>
            <a:pPr lvl="1"/>
            <a:r>
              <a:rPr lang="en-US"/>
              <a:t>IOS</a:t>
            </a:r>
          </a:p>
          <a:p>
            <a:pPr lvl="1"/>
            <a:r>
              <a:rPr lang="en-US"/>
              <a:t>MACCATALYST</a:t>
            </a:r>
          </a:p>
          <a:p>
            <a:pPr lvl="1"/>
            <a:r>
              <a:rPr lang="en-US"/>
              <a:t>TIZEN</a:t>
            </a:r>
          </a:p>
          <a:p>
            <a:pPr lvl="1"/>
            <a:r>
              <a:rPr lang="en-US"/>
              <a:t>WINDOWS</a:t>
            </a:r>
          </a:p>
          <a:p>
            <a:r>
              <a:rPr lang="en-US"/>
              <a:t>Can be even more specific: </a:t>
            </a:r>
            <a:r>
              <a:rPr lang="en-US" b="0" i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WINDOWS10_0_17763_0_OR_GREATER</a:t>
            </a:r>
          </a:p>
          <a:p>
            <a:r>
              <a:rPr lang="en-US">
                <a:solidFill>
                  <a:srgbClr val="333333"/>
                </a:solidFill>
                <a:latin typeface="Segoe UI" panose="020B0502040204020203" pitchFamily="34" charset="0"/>
              </a:rPr>
              <a:t>IntelliSense should respect them (at some point)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88C92-D596-E2E7-D96F-11D7E0AF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84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CA2F-9BC0-09D3-0462-77150E54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Platform Specific – </a:t>
            </a:r>
            <a:r>
              <a:rPr lang="en-US" err="1"/>
              <a:t>OnPlatform</a:t>
            </a:r>
            <a:r>
              <a:rPr lang="en-US"/>
              <a:t>, </a:t>
            </a:r>
            <a:r>
              <a:rPr lang="en-US" err="1"/>
              <a:t>OnIdiom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4474F-AFC8-59CB-D351-BA9927735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Useful in XAML</a:t>
            </a:r>
          </a:p>
          <a:p>
            <a:r>
              <a:rPr lang="en-US" err="1"/>
              <a:t>OnPlatform</a:t>
            </a:r>
            <a:r>
              <a:rPr lang="en-US"/>
              <a:t> – specify different value for different platforms (Android, iOS, </a:t>
            </a:r>
            <a:r>
              <a:rPr lang="en-US" err="1"/>
              <a:t>MacCatalyst</a:t>
            </a:r>
            <a:r>
              <a:rPr lang="en-US"/>
              <a:t>, Tizen, </a:t>
            </a:r>
            <a:r>
              <a:rPr lang="en-US" err="1"/>
              <a:t>WinUI</a:t>
            </a:r>
            <a:r>
              <a:rPr lang="en-US"/>
              <a:t>)</a:t>
            </a:r>
          </a:p>
          <a:p>
            <a:r>
              <a:rPr lang="en-US" err="1"/>
              <a:t>OnIdiom</a:t>
            </a:r>
            <a:r>
              <a:rPr lang="en-US"/>
              <a:t> – specify different value for different idioms (Phone, Tablet, Desktop, TV, Watch)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28A66-9900-ABDB-1608-7EEE1997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87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A0CE-0F76-D358-8E9F-E29DB404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Platform Specific - </a:t>
            </a:r>
            <a:r>
              <a:rPr lang="en-US" err="1"/>
              <a:t>DeviceInfo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F5934-651A-053B-E740-72190491B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runtime, useful in code</a:t>
            </a:r>
          </a:p>
          <a:p>
            <a:r>
              <a:rPr lang="en-US"/>
              <a:t>Contains useful information about the device</a:t>
            </a:r>
          </a:p>
          <a:p>
            <a:pPr lvl="1"/>
            <a:r>
              <a:rPr lang="en-US" err="1"/>
              <a:t>DeviceType</a:t>
            </a:r>
            <a:r>
              <a:rPr lang="en-US"/>
              <a:t> (Physical, Virtual)</a:t>
            </a:r>
          </a:p>
          <a:p>
            <a:pPr lvl="1"/>
            <a:r>
              <a:rPr lang="en-US"/>
              <a:t>Idiom (Phone, Tablet, Desktop, TV, Watch)</a:t>
            </a:r>
          </a:p>
          <a:p>
            <a:pPr lvl="1"/>
            <a:r>
              <a:rPr lang="en-US"/>
              <a:t>Manufacturer</a:t>
            </a:r>
          </a:p>
          <a:p>
            <a:pPr lvl="1"/>
            <a:r>
              <a:rPr lang="en-US"/>
              <a:t>Model</a:t>
            </a:r>
          </a:p>
          <a:p>
            <a:pPr lvl="1"/>
            <a:r>
              <a:rPr lang="en-US"/>
              <a:t>Name (Device name)</a:t>
            </a:r>
          </a:p>
          <a:p>
            <a:pPr lvl="1"/>
            <a:r>
              <a:rPr lang="en-US"/>
              <a:t>Platform (Android, iOS, </a:t>
            </a:r>
            <a:r>
              <a:rPr lang="en-US" err="1"/>
              <a:t>MacCatalyst</a:t>
            </a:r>
            <a:r>
              <a:rPr lang="en-US"/>
              <a:t>, Tizen, </a:t>
            </a:r>
            <a:r>
              <a:rPr lang="en-US" err="1"/>
              <a:t>WinUI</a:t>
            </a:r>
            <a:r>
              <a:rPr lang="en-US"/>
              <a:t>)</a:t>
            </a:r>
          </a:p>
          <a:p>
            <a:pPr lvl="1"/>
            <a:r>
              <a:rPr lang="en-US"/>
              <a:t>Version (OS version)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40DA5-95DB-66E5-7881-6FD8F5D40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8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5447-CA7D-48BF-8C6A-B091E3A2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to keep in mind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992DE-DBDE-4888-8B9D-195B4C6E6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When creating new content (i.e. </a:t>
            </a:r>
            <a:r>
              <a:rPr lang="en-US" err="1"/>
              <a:t>ContentPage</a:t>
            </a:r>
            <a:r>
              <a:rPr lang="en-US"/>
              <a:t>) – watch which template is used (Xamarin vs. MAUI templates)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4BB92-3105-4F87-9AD7-3BD43CC3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43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D481-F364-4AC8-BA13-9D6C5EC3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doesn’t work (yet)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1C9FE-C62E-42C2-B1F2-C8A96C9E0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ToolbarItems</a:t>
            </a:r>
            <a:r>
              <a:rPr lang="en-US"/>
              <a:t> in Shell (but works in pages after shell)</a:t>
            </a:r>
          </a:p>
          <a:p>
            <a:r>
              <a:rPr lang="en-US"/>
              <a:t>Setting page background color on Windows</a:t>
            </a:r>
          </a:p>
          <a:p>
            <a:r>
              <a:rPr lang="en-US"/>
              <a:t>Local path for images behaves differently for individual platforms</a:t>
            </a:r>
            <a:endParaRPr lang="sk-SK"/>
          </a:p>
          <a:p>
            <a:r>
              <a:rPr lang="sk-SK" err="1"/>
              <a:t>Maps</a:t>
            </a:r>
            <a:r>
              <a:rPr lang="sk-SK"/>
              <a:t> </a:t>
            </a:r>
            <a:r>
              <a:rPr lang="en-US"/>
              <a:t>(.NET 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F8B42-6901-43B9-97C0-A2580E45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5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AD05A-38C4-46DC-BC75-58BAA6EB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1A63A-7F4D-4DDF-A14D-D7807ACAB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Implementation</a:t>
            </a:r>
          </a:p>
          <a:p>
            <a:pPr lvl="1"/>
            <a:r>
              <a:rPr lang="en-US"/>
              <a:t>Basic API ready</a:t>
            </a:r>
          </a:p>
          <a:p>
            <a:pPr lvl="1"/>
            <a:r>
              <a:rPr lang="en-US"/>
              <a:t>Working on bugs, default values, etc.</a:t>
            </a:r>
          </a:p>
          <a:p>
            <a:r>
              <a:rPr lang="en-US"/>
              <a:t>VS integration</a:t>
            </a:r>
          </a:p>
          <a:p>
            <a:pPr lvl="1"/>
            <a:r>
              <a:rPr lang="en-US"/>
              <a:t>Project templates available</a:t>
            </a:r>
          </a:p>
          <a:p>
            <a:pPr lvl="1"/>
            <a:r>
              <a:rPr lang="en-US"/>
              <a:t>Compilation, errors, warnings, syntax </a:t>
            </a:r>
            <a:r>
              <a:rPr lang="en-US" err="1"/>
              <a:t>highlightin</a:t>
            </a:r>
            <a:r>
              <a:rPr lang="sk-SK"/>
              <a:t>g, </a:t>
            </a:r>
            <a:r>
              <a:rPr lang="sk-SK" err="1"/>
              <a:t>IntelliSense</a:t>
            </a:r>
            <a:endParaRPr lang="en-US"/>
          </a:p>
          <a:p>
            <a:r>
              <a:rPr lang="en-US"/>
              <a:t>Documentation</a:t>
            </a:r>
          </a:p>
          <a:p>
            <a:pPr lvl="1"/>
            <a:r>
              <a:rPr lang="en-US"/>
              <a:t>Installation, Getting started, Sample application, Basics</a:t>
            </a:r>
            <a:r>
              <a:rPr lang="sk-SK"/>
              <a:t>...</a:t>
            </a:r>
            <a:endParaRPr lang="en-US"/>
          </a:p>
          <a:p>
            <a:pPr lvl="1"/>
            <a:r>
              <a:rPr lang="en-US"/>
              <a:t>Release notes for Preview versions</a:t>
            </a:r>
          </a:p>
          <a:p>
            <a:pPr lvl="1"/>
            <a:r>
              <a:rPr lang="en-US"/>
              <a:t>Areas specific to MAUI (control handlers…)</a:t>
            </a:r>
            <a:endParaRPr lang="sk-SK"/>
          </a:p>
          <a:p>
            <a:pPr lvl="1"/>
            <a:r>
              <a:rPr lang="sk-SK"/>
              <a:t>New </a:t>
            </a:r>
            <a:r>
              <a:rPr lang="en-US"/>
              <a:t>controls documentation added every month</a:t>
            </a:r>
          </a:p>
          <a:p>
            <a:pPr lvl="1"/>
            <a:r>
              <a:rPr lang="en-US"/>
              <a:t>Animations, Graphics, Styles, Theming</a:t>
            </a:r>
          </a:p>
          <a:p>
            <a:pPr lvl="1"/>
            <a:r>
              <a:rPr lang="en-US"/>
              <a:t>...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AA213-DABC-460B-AC4E-73EF52433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9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7EB04-197C-4894-BA63-DA4F87EE2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about 3</a:t>
            </a:r>
            <a:r>
              <a:rPr lang="en-US" baseline="30000"/>
              <a:t>rd</a:t>
            </a:r>
            <a:r>
              <a:rPr lang="en-US"/>
              <a:t> party controls?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77B8F-AAFC-40D7-A6A6-F157B372C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Syncfusion – working on it, plan for 2022</a:t>
            </a:r>
          </a:p>
          <a:p>
            <a:pPr lvl="1"/>
            <a:r>
              <a:rPr lang="en-US"/>
              <a:t>10+ controls already supported in preview</a:t>
            </a:r>
          </a:p>
          <a:p>
            <a:r>
              <a:rPr lang="en-US"/>
              <a:t>Telerik</a:t>
            </a:r>
          </a:p>
          <a:p>
            <a:pPr lvl="1"/>
            <a:r>
              <a:rPr lang="en-US"/>
              <a:t>20+ controls already supported in preview</a:t>
            </a:r>
          </a:p>
          <a:p>
            <a:r>
              <a:rPr lang="en-US"/>
              <a:t>DevExpress</a:t>
            </a:r>
          </a:p>
          <a:p>
            <a:pPr lvl="1"/>
            <a:r>
              <a:rPr lang="en-US"/>
              <a:t>7 controls already supported in preview</a:t>
            </a:r>
          </a:p>
          <a:p>
            <a:r>
              <a:rPr lang="en-US"/>
              <a:t>Infragistics – part of plan for 2021/2022</a:t>
            </a:r>
          </a:p>
          <a:p>
            <a:r>
              <a:rPr lang="en-US"/>
              <a:t>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5B7D1-812D-436A-93AF-1EC92E16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4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8777-7C7B-463B-90E4-86CB9FE1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45DF1-C918-4EA9-A223-F4F8DD93D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Current release: </a:t>
            </a:r>
            <a:r>
              <a:rPr lang="sk-SK"/>
              <a:t>GA – </a:t>
            </a:r>
            <a:r>
              <a:rPr lang="sk-SK" err="1"/>
              <a:t>version</a:t>
            </a:r>
            <a:r>
              <a:rPr lang="sk-SK"/>
              <a:t> 6.0.312</a:t>
            </a:r>
            <a:r>
              <a:rPr lang="en-US"/>
              <a:t> (</a:t>
            </a:r>
            <a:r>
              <a:rPr lang="sk-SK"/>
              <a:t>23</a:t>
            </a:r>
            <a:r>
              <a:rPr lang="en-US"/>
              <a:t>. </a:t>
            </a:r>
            <a:r>
              <a:rPr lang="sk-SK"/>
              <a:t>5</a:t>
            </a:r>
            <a:r>
              <a:rPr lang="en-US"/>
              <a:t>. 202</a:t>
            </a:r>
            <a:r>
              <a:rPr lang="sk-SK"/>
              <a:t>2</a:t>
            </a:r>
            <a:r>
              <a:rPr lang="en-US"/>
              <a:t>)</a:t>
            </a:r>
          </a:p>
          <a:p>
            <a:r>
              <a:rPr lang="en-US"/>
              <a:t>Visual Studio Preview (17.</a:t>
            </a:r>
            <a:r>
              <a:rPr lang="sk-SK"/>
              <a:t>3.0</a:t>
            </a:r>
            <a:r>
              <a:rPr lang="en-US"/>
              <a:t> Preview </a:t>
            </a:r>
            <a:r>
              <a:rPr lang="sk-SK"/>
              <a:t>1.1</a:t>
            </a:r>
            <a:r>
              <a:rPr lang="en-US"/>
              <a:t>)</a:t>
            </a:r>
          </a:p>
          <a:p>
            <a:r>
              <a:rPr lang="en-US"/>
              <a:t>Next GA release – synced with .NET 7 release</a:t>
            </a:r>
          </a:p>
          <a:p>
            <a:r>
              <a:rPr lang="en-US"/>
              <a:t>Roadmap: </a:t>
            </a:r>
            <a:r>
              <a:rPr lang="sk-SK">
                <a:hlinkClick r:id="rId2"/>
              </a:rPr>
              <a:t>https://github.com/dotnet/maui/wiki/Roadmap</a:t>
            </a:r>
            <a:endParaRPr lang="sk-SK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1C24A-F3A3-410F-B882-B6F62953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5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7B6D-864A-47E4-AE12-D626E8F16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Would</a:t>
            </a:r>
            <a:r>
              <a:rPr lang="sk-SK"/>
              <a:t> I </a:t>
            </a:r>
            <a:r>
              <a:rPr lang="sk-SK" err="1"/>
              <a:t>use</a:t>
            </a:r>
            <a:r>
              <a:rPr lang="sk-SK"/>
              <a:t> .NET MAUI now?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69588-4688-4703-8B99-CB18EA609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err="1"/>
              <a:t>iOS</a:t>
            </a:r>
            <a:r>
              <a:rPr lang="sk-SK"/>
              <a:t>, Android</a:t>
            </a:r>
          </a:p>
          <a:p>
            <a:r>
              <a:rPr lang="sk-SK"/>
              <a:t>Windows</a:t>
            </a:r>
            <a:endParaRPr lang="en-US"/>
          </a:p>
          <a:p>
            <a:r>
              <a:rPr lang="en-US"/>
              <a:t>Windows &amp; Mac OS</a:t>
            </a:r>
          </a:p>
          <a:p>
            <a:endParaRPr lang="en-US"/>
          </a:p>
          <a:p>
            <a:r>
              <a:rPr lang="en-US"/>
              <a:t>What about the future?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E5B6F-E5F0-4DA7-BADF-73EB388C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7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DB799-5A6A-4330-A4DA-0D04E3AA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– build anything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65774-807E-4290-A221-154F6527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FCF9BB-0DFA-4F67-9B21-041A0F445A3D}"/>
              </a:ext>
            </a:extLst>
          </p:cNvPr>
          <p:cNvGrpSpPr/>
          <p:nvPr/>
        </p:nvGrpSpPr>
        <p:grpSpPr>
          <a:xfrm>
            <a:off x="579765" y="3032666"/>
            <a:ext cx="11024081" cy="1805015"/>
            <a:chOff x="587375" y="3050167"/>
            <a:chExt cx="11025645" cy="180527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85CC5DA-FCB6-40DB-8ADA-D86030E1CE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26" idx="2"/>
            </p:cNvCxnSpPr>
            <p:nvPr/>
          </p:nvCxnSpPr>
          <p:spPr>
            <a:xfrm flipV="1">
              <a:off x="6100199" y="4362740"/>
              <a:ext cx="0" cy="492697"/>
            </a:xfrm>
            <a:prstGeom prst="line">
              <a:avLst/>
            </a:prstGeom>
            <a:noFill/>
            <a:ln w="28575" cap="rnd" cmpd="sng" algn="ctr">
              <a:solidFill>
                <a:srgbClr val="75757A"/>
              </a:solidFill>
              <a:prstDash val="dash"/>
              <a:miter lim="800000"/>
              <a:headEnd type="none"/>
              <a:tailEnd type="none"/>
            </a:ln>
            <a:effectLst/>
          </p:spPr>
        </p:cxnSp>
        <p:grpSp>
          <p:nvGrpSpPr>
            <p:cNvPr id="7" name="broad application support" descr="broad application support">
              <a:extLst>
                <a:ext uri="{FF2B5EF4-FFF2-40B4-BE49-F238E27FC236}">
                  <a16:creationId xmlns:a16="http://schemas.microsoft.com/office/drawing/2014/main" id="{2025AF5C-C20A-438E-A937-BBAEE6733DB9}"/>
                </a:ext>
              </a:extLst>
            </p:cNvPr>
            <p:cNvGrpSpPr/>
            <p:nvPr/>
          </p:nvGrpSpPr>
          <p:grpSpPr>
            <a:xfrm>
              <a:off x="4139578" y="3184508"/>
              <a:ext cx="611788" cy="360630"/>
              <a:chOff x="6313882" y="1370180"/>
              <a:chExt cx="443543" cy="261457"/>
            </a:xfrm>
          </p:grpSpPr>
          <p:sp>
            <p:nvSpPr>
              <p:cNvPr id="73" name="Freeform 907">
                <a:extLst>
                  <a:ext uri="{FF2B5EF4-FFF2-40B4-BE49-F238E27FC236}">
                    <a16:creationId xmlns:a16="http://schemas.microsoft.com/office/drawing/2014/main" id="{DA8992C7-B372-418A-A611-ACFD2E476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3882" y="1370180"/>
                <a:ext cx="443543" cy="261457"/>
              </a:xfrm>
              <a:custGeom>
                <a:avLst/>
                <a:gdLst>
                  <a:gd name="T0" fmla="*/ 382 w 384"/>
                  <a:gd name="T1" fmla="*/ 159 h 228"/>
                  <a:gd name="T2" fmla="*/ 382 w 384"/>
                  <a:gd name="T3" fmla="*/ 156 h 228"/>
                  <a:gd name="T4" fmla="*/ 384 w 384"/>
                  <a:gd name="T5" fmla="*/ 139 h 228"/>
                  <a:gd name="T6" fmla="*/ 297 w 384"/>
                  <a:gd name="T7" fmla="*/ 51 h 228"/>
                  <a:gd name="T8" fmla="*/ 278 w 384"/>
                  <a:gd name="T9" fmla="*/ 53 h 228"/>
                  <a:gd name="T10" fmla="*/ 184 w 384"/>
                  <a:gd name="T11" fmla="*/ 0 h 228"/>
                  <a:gd name="T12" fmla="*/ 73 w 384"/>
                  <a:gd name="T13" fmla="*/ 114 h 228"/>
                  <a:gd name="T14" fmla="*/ 73 w 384"/>
                  <a:gd name="T15" fmla="*/ 119 h 228"/>
                  <a:gd name="T16" fmla="*/ 55 w 384"/>
                  <a:gd name="T17" fmla="*/ 116 h 228"/>
                  <a:gd name="T18" fmla="*/ 0 w 384"/>
                  <a:gd name="T19" fmla="*/ 172 h 228"/>
                  <a:gd name="T20" fmla="*/ 49 w 384"/>
                  <a:gd name="T21" fmla="*/ 227 h 228"/>
                  <a:gd name="T22" fmla="*/ 297 w 384"/>
                  <a:gd name="T23" fmla="*/ 228 h 228"/>
                  <a:gd name="T24" fmla="*/ 373 w 384"/>
                  <a:gd name="T25" fmla="*/ 182 h 228"/>
                  <a:gd name="T26" fmla="*/ 374 w 384"/>
                  <a:gd name="T27" fmla="*/ 180 h 228"/>
                  <a:gd name="T28" fmla="*/ 382 w 384"/>
                  <a:gd name="T29" fmla="*/ 15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84" h="228">
                    <a:moveTo>
                      <a:pt x="382" y="159"/>
                    </a:moveTo>
                    <a:cubicBezTo>
                      <a:pt x="382" y="158"/>
                      <a:pt x="382" y="157"/>
                      <a:pt x="382" y="156"/>
                    </a:cubicBezTo>
                    <a:cubicBezTo>
                      <a:pt x="383" y="151"/>
                      <a:pt x="384" y="145"/>
                      <a:pt x="384" y="139"/>
                    </a:cubicBezTo>
                    <a:cubicBezTo>
                      <a:pt x="384" y="90"/>
                      <a:pt x="345" y="51"/>
                      <a:pt x="297" y="51"/>
                    </a:cubicBezTo>
                    <a:cubicBezTo>
                      <a:pt x="291" y="51"/>
                      <a:pt x="284" y="52"/>
                      <a:pt x="278" y="53"/>
                    </a:cubicBezTo>
                    <a:cubicBezTo>
                      <a:pt x="258" y="21"/>
                      <a:pt x="224" y="0"/>
                      <a:pt x="184" y="0"/>
                    </a:cubicBezTo>
                    <a:cubicBezTo>
                      <a:pt x="122" y="0"/>
                      <a:pt x="73" y="51"/>
                      <a:pt x="73" y="114"/>
                    </a:cubicBezTo>
                    <a:cubicBezTo>
                      <a:pt x="73" y="116"/>
                      <a:pt x="73" y="117"/>
                      <a:pt x="73" y="119"/>
                    </a:cubicBezTo>
                    <a:cubicBezTo>
                      <a:pt x="67" y="117"/>
                      <a:pt x="61" y="116"/>
                      <a:pt x="55" y="116"/>
                    </a:cubicBezTo>
                    <a:cubicBezTo>
                      <a:pt x="25" y="116"/>
                      <a:pt x="0" y="141"/>
                      <a:pt x="0" y="172"/>
                    </a:cubicBezTo>
                    <a:cubicBezTo>
                      <a:pt x="0" y="201"/>
                      <a:pt x="22" y="225"/>
                      <a:pt x="49" y="227"/>
                    </a:cubicBezTo>
                    <a:cubicBezTo>
                      <a:pt x="297" y="228"/>
                      <a:pt x="297" y="228"/>
                      <a:pt x="297" y="228"/>
                    </a:cubicBezTo>
                    <a:cubicBezTo>
                      <a:pt x="330" y="228"/>
                      <a:pt x="358" y="210"/>
                      <a:pt x="373" y="182"/>
                    </a:cubicBezTo>
                    <a:cubicBezTo>
                      <a:pt x="373" y="182"/>
                      <a:pt x="374" y="181"/>
                      <a:pt x="374" y="180"/>
                    </a:cubicBezTo>
                    <a:cubicBezTo>
                      <a:pt x="377" y="175"/>
                      <a:pt x="380" y="168"/>
                      <a:pt x="382" y="159"/>
                    </a:cubicBezTo>
                    <a:close/>
                  </a:path>
                </a:pathLst>
              </a:custGeom>
              <a:solidFill>
                <a:srgbClr val="007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74" name="Freeform 908">
                <a:extLst>
                  <a:ext uri="{FF2B5EF4-FFF2-40B4-BE49-F238E27FC236}">
                    <a16:creationId xmlns:a16="http://schemas.microsoft.com/office/drawing/2014/main" id="{3374AD5D-4091-4D81-B769-7B4F70797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3948" y="1416869"/>
                <a:ext cx="163410" cy="166524"/>
              </a:xfrm>
              <a:custGeom>
                <a:avLst/>
                <a:gdLst>
                  <a:gd name="T0" fmla="*/ 142 w 142"/>
                  <a:gd name="T1" fmla="*/ 80 h 145"/>
                  <a:gd name="T2" fmla="*/ 142 w 142"/>
                  <a:gd name="T3" fmla="*/ 65 h 145"/>
                  <a:gd name="T4" fmla="*/ 127 w 142"/>
                  <a:gd name="T5" fmla="*/ 65 h 145"/>
                  <a:gd name="T6" fmla="*/ 116 w 142"/>
                  <a:gd name="T7" fmla="*/ 38 h 145"/>
                  <a:gd name="T8" fmla="*/ 127 w 142"/>
                  <a:gd name="T9" fmla="*/ 27 h 145"/>
                  <a:gd name="T10" fmla="*/ 116 w 142"/>
                  <a:gd name="T11" fmla="*/ 16 h 145"/>
                  <a:gd name="T12" fmla="*/ 105 w 142"/>
                  <a:gd name="T13" fmla="*/ 27 h 145"/>
                  <a:gd name="T14" fmla="*/ 79 w 142"/>
                  <a:gd name="T15" fmla="*/ 16 h 145"/>
                  <a:gd name="T16" fmla="*/ 79 w 142"/>
                  <a:gd name="T17" fmla="*/ 0 h 145"/>
                  <a:gd name="T18" fmla="*/ 64 w 142"/>
                  <a:gd name="T19" fmla="*/ 0 h 145"/>
                  <a:gd name="T20" fmla="*/ 64 w 142"/>
                  <a:gd name="T21" fmla="*/ 16 h 145"/>
                  <a:gd name="T22" fmla="*/ 37 w 142"/>
                  <a:gd name="T23" fmla="*/ 27 h 145"/>
                  <a:gd name="T24" fmla="*/ 27 w 142"/>
                  <a:gd name="T25" fmla="*/ 16 h 145"/>
                  <a:gd name="T26" fmla="*/ 16 w 142"/>
                  <a:gd name="T27" fmla="*/ 27 h 145"/>
                  <a:gd name="T28" fmla="*/ 27 w 142"/>
                  <a:gd name="T29" fmla="*/ 38 h 145"/>
                  <a:gd name="T30" fmla="*/ 16 w 142"/>
                  <a:gd name="T31" fmla="*/ 65 h 145"/>
                  <a:gd name="T32" fmla="*/ 0 w 142"/>
                  <a:gd name="T33" fmla="*/ 65 h 145"/>
                  <a:gd name="T34" fmla="*/ 0 w 142"/>
                  <a:gd name="T35" fmla="*/ 81 h 145"/>
                  <a:gd name="T36" fmla="*/ 16 w 142"/>
                  <a:gd name="T37" fmla="*/ 81 h 145"/>
                  <a:gd name="T38" fmla="*/ 27 w 142"/>
                  <a:gd name="T39" fmla="*/ 108 h 145"/>
                  <a:gd name="T40" fmla="*/ 16 w 142"/>
                  <a:gd name="T41" fmla="*/ 119 h 145"/>
                  <a:gd name="T42" fmla="*/ 27 w 142"/>
                  <a:gd name="T43" fmla="*/ 130 h 145"/>
                  <a:gd name="T44" fmla="*/ 37 w 142"/>
                  <a:gd name="T45" fmla="*/ 118 h 145"/>
                  <a:gd name="T46" fmla="*/ 64 w 142"/>
                  <a:gd name="T47" fmla="*/ 130 h 145"/>
                  <a:gd name="T48" fmla="*/ 64 w 142"/>
                  <a:gd name="T49" fmla="*/ 145 h 145"/>
                  <a:gd name="T50" fmla="*/ 79 w 142"/>
                  <a:gd name="T51" fmla="*/ 145 h 145"/>
                  <a:gd name="T52" fmla="*/ 79 w 142"/>
                  <a:gd name="T53" fmla="*/ 130 h 145"/>
                  <a:gd name="T54" fmla="*/ 105 w 142"/>
                  <a:gd name="T55" fmla="*/ 118 h 145"/>
                  <a:gd name="T56" fmla="*/ 116 w 142"/>
                  <a:gd name="T57" fmla="*/ 130 h 145"/>
                  <a:gd name="T58" fmla="*/ 127 w 142"/>
                  <a:gd name="T59" fmla="*/ 119 h 145"/>
                  <a:gd name="T60" fmla="*/ 116 w 142"/>
                  <a:gd name="T61" fmla="*/ 108 h 145"/>
                  <a:gd name="T62" fmla="*/ 127 w 142"/>
                  <a:gd name="T63" fmla="*/ 81 h 145"/>
                  <a:gd name="T64" fmla="*/ 142 w 142"/>
                  <a:gd name="T65" fmla="*/ 81 h 145"/>
                  <a:gd name="T66" fmla="*/ 142 w 142"/>
                  <a:gd name="T67" fmla="*/ 8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42" h="145">
                    <a:moveTo>
                      <a:pt x="142" y="80"/>
                    </a:moveTo>
                    <a:cubicBezTo>
                      <a:pt x="142" y="65"/>
                      <a:pt x="142" y="65"/>
                      <a:pt x="142" y="65"/>
                    </a:cubicBezTo>
                    <a:cubicBezTo>
                      <a:pt x="127" y="65"/>
                      <a:pt x="127" y="65"/>
                      <a:pt x="127" y="65"/>
                    </a:cubicBezTo>
                    <a:cubicBezTo>
                      <a:pt x="126" y="55"/>
                      <a:pt x="122" y="46"/>
                      <a:pt x="116" y="38"/>
                    </a:cubicBezTo>
                    <a:cubicBezTo>
                      <a:pt x="127" y="27"/>
                      <a:pt x="127" y="27"/>
                      <a:pt x="127" y="27"/>
                    </a:cubicBezTo>
                    <a:cubicBezTo>
                      <a:pt x="116" y="16"/>
                      <a:pt x="116" y="16"/>
                      <a:pt x="116" y="16"/>
                    </a:cubicBezTo>
                    <a:cubicBezTo>
                      <a:pt x="105" y="27"/>
                      <a:pt x="105" y="27"/>
                      <a:pt x="105" y="27"/>
                    </a:cubicBezTo>
                    <a:cubicBezTo>
                      <a:pt x="98" y="21"/>
                      <a:pt x="89" y="17"/>
                      <a:pt x="79" y="16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54" y="17"/>
                      <a:pt x="45" y="21"/>
                      <a:pt x="37" y="27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27" y="38"/>
                      <a:pt x="27" y="38"/>
                      <a:pt x="27" y="38"/>
                    </a:cubicBezTo>
                    <a:cubicBezTo>
                      <a:pt x="21" y="46"/>
                      <a:pt x="17" y="55"/>
                      <a:pt x="16" y="65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6" y="81"/>
                      <a:pt x="16" y="81"/>
                      <a:pt x="16" y="81"/>
                    </a:cubicBezTo>
                    <a:cubicBezTo>
                      <a:pt x="17" y="91"/>
                      <a:pt x="21" y="100"/>
                      <a:pt x="27" y="108"/>
                    </a:cubicBezTo>
                    <a:cubicBezTo>
                      <a:pt x="16" y="119"/>
                      <a:pt x="16" y="119"/>
                      <a:pt x="16" y="119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37" y="118"/>
                      <a:pt x="37" y="118"/>
                      <a:pt x="37" y="118"/>
                    </a:cubicBezTo>
                    <a:cubicBezTo>
                      <a:pt x="45" y="124"/>
                      <a:pt x="54" y="128"/>
                      <a:pt x="64" y="130"/>
                    </a:cubicBezTo>
                    <a:cubicBezTo>
                      <a:pt x="64" y="145"/>
                      <a:pt x="64" y="145"/>
                      <a:pt x="64" y="145"/>
                    </a:cubicBezTo>
                    <a:cubicBezTo>
                      <a:pt x="79" y="145"/>
                      <a:pt x="79" y="145"/>
                      <a:pt x="79" y="145"/>
                    </a:cubicBezTo>
                    <a:cubicBezTo>
                      <a:pt x="79" y="130"/>
                      <a:pt x="79" y="130"/>
                      <a:pt x="79" y="130"/>
                    </a:cubicBezTo>
                    <a:cubicBezTo>
                      <a:pt x="89" y="128"/>
                      <a:pt x="98" y="124"/>
                      <a:pt x="105" y="118"/>
                    </a:cubicBezTo>
                    <a:cubicBezTo>
                      <a:pt x="116" y="130"/>
                      <a:pt x="116" y="130"/>
                      <a:pt x="116" y="130"/>
                    </a:cubicBezTo>
                    <a:cubicBezTo>
                      <a:pt x="127" y="119"/>
                      <a:pt x="127" y="119"/>
                      <a:pt x="127" y="119"/>
                    </a:cubicBezTo>
                    <a:cubicBezTo>
                      <a:pt x="116" y="108"/>
                      <a:pt x="116" y="108"/>
                      <a:pt x="116" y="108"/>
                    </a:cubicBezTo>
                    <a:cubicBezTo>
                      <a:pt x="122" y="100"/>
                      <a:pt x="126" y="91"/>
                      <a:pt x="127" y="81"/>
                    </a:cubicBezTo>
                    <a:cubicBezTo>
                      <a:pt x="142" y="81"/>
                      <a:pt x="142" y="81"/>
                      <a:pt x="142" y="81"/>
                    </a:cubicBezTo>
                    <a:lnTo>
                      <a:pt x="142" y="80"/>
                    </a:lnTo>
                    <a:close/>
                  </a:path>
                </a:pathLst>
              </a:custGeom>
              <a:solidFill>
                <a:srgbClr val="50E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75" name="Oval 909">
                <a:extLst>
                  <a:ext uri="{FF2B5EF4-FFF2-40B4-BE49-F238E27FC236}">
                    <a16:creationId xmlns:a16="http://schemas.microsoft.com/office/drawing/2014/main" id="{F4C50DCC-B9DB-4657-9515-D0185016B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9080" y="1463557"/>
                <a:ext cx="73145" cy="73146"/>
              </a:xfrm>
              <a:prstGeom prst="ellipse">
                <a:avLst/>
              </a:prstGeom>
              <a:solidFill>
                <a:srgbClr val="007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76" name="Freeform 910">
                <a:extLst>
                  <a:ext uri="{FF2B5EF4-FFF2-40B4-BE49-F238E27FC236}">
                    <a16:creationId xmlns:a16="http://schemas.microsoft.com/office/drawing/2014/main" id="{A52922A1-C972-4241-88BE-91121DE63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1366" y="1499353"/>
                <a:ext cx="73145" cy="74702"/>
              </a:xfrm>
              <a:custGeom>
                <a:avLst/>
                <a:gdLst>
                  <a:gd name="T0" fmla="*/ 64 w 64"/>
                  <a:gd name="T1" fmla="*/ 36 h 65"/>
                  <a:gd name="T2" fmla="*/ 64 w 64"/>
                  <a:gd name="T3" fmla="*/ 30 h 65"/>
                  <a:gd name="T4" fmla="*/ 57 w 64"/>
                  <a:gd name="T5" fmla="*/ 30 h 65"/>
                  <a:gd name="T6" fmla="*/ 52 w 64"/>
                  <a:gd name="T7" fmla="*/ 17 h 65"/>
                  <a:gd name="T8" fmla="*/ 57 w 64"/>
                  <a:gd name="T9" fmla="*/ 12 h 65"/>
                  <a:gd name="T10" fmla="*/ 52 w 64"/>
                  <a:gd name="T11" fmla="*/ 8 h 65"/>
                  <a:gd name="T12" fmla="*/ 47 w 64"/>
                  <a:gd name="T13" fmla="*/ 13 h 65"/>
                  <a:gd name="T14" fmla="*/ 35 w 64"/>
                  <a:gd name="T15" fmla="*/ 8 h 65"/>
                  <a:gd name="T16" fmla="*/ 35 w 64"/>
                  <a:gd name="T17" fmla="*/ 0 h 65"/>
                  <a:gd name="T18" fmla="*/ 29 w 64"/>
                  <a:gd name="T19" fmla="*/ 0 h 65"/>
                  <a:gd name="T20" fmla="*/ 29 w 64"/>
                  <a:gd name="T21" fmla="*/ 8 h 65"/>
                  <a:gd name="T22" fmla="*/ 17 w 64"/>
                  <a:gd name="T23" fmla="*/ 13 h 65"/>
                  <a:gd name="T24" fmla="*/ 12 w 64"/>
                  <a:gd name="T25" fmla="*/ 8 h 65"/>
                  <a:gd name="T26" fmla="*/ 7 w 64"/>
                  <a:gd name="T27" fmla="*/ 12 h 65"/>
                  <a:gd name="T28" fmla="*/ 12 w 64"/>
                  <a:gd name="T29" fmla="*/ 17 h 65"/>
                  <a:gd name="T30" fmla="*/ 7 w 64"/>
                  <a:gd name="T31" fmla="*/ 30 h 65"/>
                  <a:gd name="T32" fmla="*/ 0 w 64"/>
                  <a:gd name="T33" fmla="*/ 30 h 65"/>
                  <a:gd name="T34" fmla="*/ 0 w 64"/>
                  <a:gd name="T35" fmla="*/ 36 h 65"/>
                  <a:gd name="T36" fmla="*/ 7 w 64"/>
                  <a:gd name="T37" fmla="*/ 36 h 65"/>
                  <a:gd name="T38" fmla="*/ 12 w 64"/>
                  <a:gd name="T39" fmla="*/ 48 h 65"/>
                  <a:gd name="T40" fmla="*/ 7 w 64"/>
                  <a:gd name="T41" fmla="*/ 54 h 65"/>
                  <a:gd name="T42" fmla="*/ 12 w 64"/>
                  <a:gd name="T43" fmla="*/ 58 h 65"/>
                  <a:gd name="T44" fmla="*/ 17 w 64"/>
                  <a:gd name="T45" fmla="*/ 53 h 65"/>
                  <a:gd name="T46" fmla="*/ 29 w 64"/>
                  <a:gd name="T47" fmla="*/ 58 h 65"/>
                  <a:gd name="T48" fmla="*/ 29 w 64"/>
                  <a:gd name="T49" fmla="*/ 65 h 65"/>
                  <a:gd name="T50" fmla="*/ 35 w 64"/>
                  <a:gd name="T51" fmla="*/ 65 h 65"/>
                  <a:gd name="T52" fmla="*/ 35 w 64"/>
                  <a:gd name="T53" fmla="*/ 58 h 65"/>
                  <a:gd name="T54" fmla="*/ 47 w 64"/>
                  <a:gd name="T55" fmla="*/ 53 h 65"/>
                  <a:gd name="T56" fmla="*/ 52 w 64"/>
                  <a:gd name="T57" fmla="*/ 58 h 65"/>
                  <a:gd name="T58" fmla="*/ 57 w 64"/>
                  <a:gd name="T59" fmla="*/ 54 h 65"/>
                  <a:gd name="T60" fmla="*/ 52 w 64"/>
                  <a:gd name="T61" fmla="*/ 48 h 65"/>
                  <a:gd name="T62" fmla="*/ 57 w 64"/>
                  <a:gd name="T63" fmla="*/ 36 h 65"/>
                  <a:gd name="T64" fmla="*/ 64 w 64"/>
                  <a:gd name="T65" fmla="*/ 3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4" h="65">
                    <a:moveTo>
                      <a:pt x="64" y="36"/>
                    </a:moveTo>
                    <a:cubicBezTo>
                      <a:pt x="64" y="30"/>
                      <a:pt x="64" y="30"/>
                      <a:pt x="64" y="30"/>
                    </a:cubicBezTo>
                    <a:cubicBezTo>
                      <a:pt x="57" y="30"/>
                      <a:pt x="57" y="30"/>
                      <a:pt x="57" y="30"/>
                    </a:cubicBezTo>
                    <a:cubicBezTo>
                      <a:pt x="56" y="25"/>
                      <a:pt x="54" y="21"/>
                      <a:pt x="52" y="17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4" y="10"/>
                      <a:pt x="40" y="8"/>
                      <a:pt x="35" y="8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4" y="8"/>
                      <a:pt x="20" y="10"/>
                      <a:pt x="17" y="13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9" y="21"/>
                      <a:pt x="8" y="25"/>
                      <a:pt x="7" y="3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8" y="41"/>
                      <a:pt x="9" y="45"/>
                      <a:pt x="12" y="48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7" y="53"/>
                      <a:pt x="17" y="53"/>
                      <a:pt x="17" y="53"/>
                    </a:cubicBezTo>
                    <a:cubicBezTo>
                      <a:pt x="20" y="56"/>
                      <a:pt x="24" y="58"/>
                      <a:pt x="29" y="58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35" y="65"/>
                      <a:pt x="35" y="65"/>
                      <a:pt x="35" y="65"/>
                    </a:cubicBezTo>
                    <a:cubicBezTo>
                      <a:pt x="35" y="58"/>
                      <a:pt x="35" y="58"/>
                      <a:pt x="35" y="58"/>
                    </a:cubicBezTo>
                    <a:cubicBezTo>
                      <a:pt x="40" y="58"/>
                      <a:pt x="44" y="56"/>
                      <a:pt x="47" y="53"/>
                    </a:cubicBezTo>
                    <a:cubicBezTo>
                      <a:pt x="52" y="58"/>
                      <a:pt x="52" y="58"/>
                      <a:pt x="52" y="58"/>
                    </a:cubicBezTo>
                    <a:cubicBezTo>
                      <a:pt x="57" y="54"/>
                      <a:pt x="57" y="54"/>
                      <a:pt x="57" y="54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54" y="45"/>
                      <a:pt x="56" y="41"/>
                      <a:pt x="57" y="36"/>
                    </a:cubicBezTo>
                    <a:lnTo>
                      <a:pt x="64" y="36"/>
                    </a:lnTo>
                    <a:close/>
                  </a:path>
                </a:pathLst>
              </a:custGeom>
              <a:solidFill>
                <a:srgbClr val="50E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77" name="Freeform 911">
                <a:extLst>
                  <a:ext uri="{FF2B5EF4-FFF2-40B4-BE49-F238E27FC236}">
                    <a16:creationId xmlns:a16="http://schemas.microsoft.com/office/drawing/2014/main" id="{B9995A6B-DD09-4F8F-8DA1-8B285D4E8A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4710" y="1524253"/>
                <a:ext cx="28013" cy="26457"/>
              </a:xfrm>
              <a:custGeom>
                <a:avLst/>
                <a:gdLst>
                  <a:gd name="T0" fmla="*/ 12 w 24"/>
                  <a:gd name="T1" fmla="*/ 24 h 24"/>
                  <a:gd name="T2" fmla="*/ 0 w 24"/>
                  <a:gd name="T3" fmla="*/ 12 h 24"/>
                  <a:gd name="T4" fmla="*/ 12 w 24"/>
                  <a:gd name="T5" fmla="*/ 0 h 24"/>
                  <a:gd name="T6" fmla="*/ 24 w 24"/>
                  <a:gd name="T7" fmla="*/ 12 h 24"/>
                  <a:gd name="T8" fmla="*/ 12 w 24"/>
                  <a:gd name="T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5" y="24"/>
                      <a:pt x="0" y="19"/>
                      <a:pt x="0" y="12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9" y="0"/>
                      <a:pt x="24" y="5"/>
                      <a:pt x="24" y="12"/>
                    </a:cubicBezTo>
                    <a:cubicBezTo>
                      <a:pt x="24" y="19"/>
                      <a:pt x="18" y="24"/>
                      <a:pt x="12" y="24"/>
                    </a:cubicBezTo>
                    <a:close/>
                  </a:path>
                </a:pathLst>
              </a:custGeom>
              <a:solidFill>
                <a:srgbClr val="007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</p:grpSp>
        <p:pic>
          <p:nvPicPr>
            <p:cNvPr id="8" name="Graphic 7" descr="Icon of connected dots ">
              <a:extLst>
                <a:ext uri="{FF2B5EF4-FFF2-40B4-BE49-F238E27FC236}">
                  <a16:creationId xmlns:a16="http://schemas.microsoft.com/office/drawing/2014/main" id="{AE38C1D8-B4CD-4E3B-8A99-E7A46DA5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75153" y="3109845"/>
              <a:ext cx="578454" cy="509954"/>
            </a:xfrm>
            <a:prstGeom prst="rect">
              <a:avLst/>
            </a:prstGeom>
          </p:spPr>
        </p:pic>
        <p:grpSp>
          <p:nvGrpSpPr>
            <p:cNvPr id="9" name="online" descr="online">
              <a:extLst>
                <a:ext uri="{FF2B5EF4-FFF2-40B4-BE49-F238E27FC236}">
                  <a16:creationId xmlns:a16="http://schemas.microsoft.com/office/drawing/2014/main" id="{A48CCBAF-025A-4676-9DA7-C0C667C7F8C2}"/>
                </a:ext>
              </a:extLst>
            </p:cNvPr>
            <p:cNvGrpSpPr/>
            <p:nvPr/>
          </p:nvGrpSpPr>
          <p:grpSpPr>
            <a:xfrm>
              <a:off x="2489742" y="3063821"/>
              <a:ext cx="602002" cy="602002"/>
              <a:chOff x="4472102" y="5773612"/>
              <a:chExt cx="436448" cy="436448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5E6F6DBD-2EE3-4681-8A6A-3A964067A559}"/>
                  </a:ext>
                </a:extLst>
              </p:cNvPr>
              <p:cNvSpPr/>
              <p:nvPr/>
            </p:nvSpPr>
            <p:spPr>
              <a:xfrm>
                <a:off x="4720145" y="5989603"/>
                <a:ext cx="4499" cy="4499"/>
              </a:xfrm>
              <a:custGeom>
                <a:avLst/>
                <a:gdLst>
                  <a:gd name="connsiteX0" fmla="*/ 1566 w 4499"/>
                  <a:gd name="connsiteY0" fmla="*/ 1566 h 0"/>
                  <a:gd name="connsiteX1" fmla="*/ 5585 w 4499"/>
                  <a:gd name="connsiteY1" fmla="*/ 156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99">
                    <a:moveTo>
                      <a:pt x="1566" y="1566"/>
                    </a:moveTo>
                    <a:lnTo>
                      <a:pt x="5585" y="1566"/>
                    </a:lnTo>
                  </a:path>
                </a:pathLst>
              </a:custGeom>
              <a:noFill/>
              <a:ln w="4419" cap="flat">
                <a:solidFill>
                  <a:srgbClr val="75757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F23B79B0-9B8A-4A9A-B20B-DC4B945F3260}"/>
                  </a:ext>
                </a:extLst>
              </p:cNvPr>
              <p:cNvSpPr/>
              <p:nvPr/>
            </p:nvSpPr>
            <p:spPr>
              <a:xfrm>
                <a:off x="4720145" y="5823949"/>
                <a:ext cx="4499" cy="4499"/>
              </a:xfrm>
              <a:custGeom>
                <a:avLst/>
                <a:gdLst>
                  <a:gd name="connsiteX0" fmla="*/ 1566 w 4499"/>
                  <a:gd name="connsiteY0" fmla="*/ 1566 h 0"/>
                  <a:gd name="connsiteX1" fmla="*/ 5585 w 4499"/>
                  <a:gd name="connsiteY1" fmla="*/ 1566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99">
                    <a:moveTo>
                      <a:pt x="1566" y="1566"/>
                    </a:moveTo>
                    <a:lnTo>
                      <a:pt x="5585" y="1566"/>
                    </a:lnTo>
                  </a:path>
                </a:pathLst>
              </a:custGeom>
              <a:noFill/>
              <a:ln w="4419" cap="flat">
                <a:solidFill>
                  <a:srgbClr val="75757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036EDFFA-C9A7-46FD-AAE3-A7D5E085109D}"/>
                  </a:ext>
                </a:extLst>
              </p:cNvPr>
              <p:cNvSpPr/>
              <p:nvPr/>
            </p:nvSpPr>
            <p:spPr>
              <a:xfrm>
                <a:off x="4473724" y="5778339"/>
                <a:ext cx="427449" cy="427449"/>
              </a:xfrm>
              <a:custGeom>
                <a:avLst/>
                <a:gdLst>
                  <a:gd name="connsiteX0" fmla="*/ 215909 w 427449"/>
                  <a:gd name="connsiteY0" fmla="*/ 428976 h 427449"/>
                  <a:gd name="connsiteX1" fmla="*/ 430252 w 427449"/>
                  <a:gd name="connsiteY1" fmla="*/ 215233 h 427449"/>
                  <a:gd name="connsiteX2" fmla="*/ 215909 w 427449"/>
                  <a:gd name="connsiteY2" fmla="*/ 1566 h 427449"/>
                  <a:gd name="connsiteX3" fmla="*/ 1566 w 427449"/>
                  <a:gd name="connsiteY3" fmla="*/ 215233 h 427449"/>
                  <a:gd name="connsiteX4" fmla="*/ 215909 w 427449"/>
                  <a:gd name="connsiteY4" fmla="*/ 428976 h 427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7449" h="427449">
                    <a:moveTo>
                      <a:pt x="215909" y="428976"/>
                    </a:moveTo>
                    <a:cubicBezTo>
                      <a:pt x="333927" y="428976"/>
                      <a:pt x="430252" y="332920"/>
                      <a:pt x="430252" y="215233"/>
                    </a:cubicBezTo>
                    <a:cubicBezTo>
                      <a:pt x="430252" y="97546"/>
                      <a:pt x="333851" y="1566"/>
                      <a:pt x="215909" y="1566"/>
                    </a:cubicBezTo>
                    <a:cubicBezTo>
                      <a:pt x="97891" y="1566"/>
                      <a:pt x="1566" y="97621"/>
                      <a:pt x="1566" y="215233"/>
                    </a:cubicBezTo>
                    <a:cubicBezTo>
                      <a:pt x="1566" y="332845"/>
                      <a:pt x="97891" y="428976"/>
                      <a:pt x="215909" y="428976"/>
                    </a:cubicBezTo>
                    <a:close/>
                  </a:path>
                </a:pathLst>
              </a:custGeom>
              <a:solidFill>
                <a:srgbClr val="0078D4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6755080-6D83-488F-9872-985DF47FAC0E}"/>
                  </a:ext>
                </a:extLst>
              </p:cNvPr>
              <p:cNvSpPr/>
              <p:nvPr/>
            </p:nvSpPr>
            <p:spPr>
              <a:xfrm>
                <a:off x="4686399" y="5779112"/>
                <a:ext cx="4499" cy="427449"/>
              </a:xfrm>
              <a:custGeom>
                <a:avLst/>
                <a:gdLst>
                  <a:gd name="connsiteX0" fmla="*/ 5585 w 4499"/>
                  <a:gd name="connsiteY0" fmla="*/ 1566 h 427449"/>
                  <a:gd name="connsiteX1" fmla="*/ 1566 w 4499"/>
                  <a:gd name="connsiteY1" fmla="*/ 1566 h 427449"/>
                  <a:gd name="connsiteX2" fmla="*/ 1566 w 4499"/>
                  <a:gd name="connsiteY2" fmla="*/ 428220 h 427449"/>
                  <a:gd name="connsiteX3" fmla="*/ 5585 w 4499"/>
                  <a:gd name="connsiteY3" fmla="*/ 428220 h 427449"/>
                  <a:gd name="connsiteX4" fmla="*/ 5585 w 4499"/>
                  <a:gd name="connsiteY4" fmla="*/ 1566 h 427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9" h="427449">
                    <a:moveTo>
                      <a:pt x="5585" y="1566"/>
                    </a:moveTo>
                    <a:lnTo>
                      <a:pt x="1566" y="1566"/>
                    </a:lnTo>
                    <a:lnTo>
                      <a:pt x="1566" y="428220"/>
                    </a:lnTo>
                    <a:lnTo>
                      <a:pt x="5585" y="428220"/>
                    </a:lnTo>
                    <a:lnTo>
                      <a:pt x="5585" y="1566"/>
                    </a:lnTo>
                    <a:close/>
                  </a:path>
                </a:pathLst>
              </a:custGeom>
              <a:solidFill>
                <a:srgbClr val="FFFF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AB9AC66E-E31D-4D04-A687-1CFC0000F0B1}"/>
                  </a:ext>
                </a:extLst>
              </p:cNvPr>
              <p:cNvSpPr/>
              <p:nvPr/>
            </p:nvSpPr>
            <p:spPr>
              <a:xfrm>
                <a:off x="4472131" y="5888013"/>
                <a:ext cx="431949" cy="211475"/>
              </a:xfrm>
              <a:custGeom>
                <a:avLst/>
                <a:gdLst>
                  <a:gd name="connsiteX0" fmla="*/ 217502 w 431948"/>
                  <a:gd name="connsiteY0" fmla="*/ 211224 h 211474"/>
                  <a:gd name="connsiteX1" fmla="*/ 1566 w 431948"/>
                  <a:gd name="connsiteY1" fmla="*/ 106395 h 211474"/>
                  <a:gd name="connsiteX2" fmla="*/ 217502 w 431948"/>
                  <a:gd name="connsiteY2" fmla="*/ 1566 h 211474"/>
                  <a:gd name="connsiteX3" fmla="*/ 433438 w 431948"/>
                  <a:gd name="connsiteY3" fmla="*/ 106395 h 211474"/>
                  <a:gd name="connsiteX4" fmla="*/ 217502 w 431948"/>
                  <a:gd name="connsiteY4" fmla="*/ 211224 h 211474"/>
                  <a:gd name="connsiteX5" fmla="*/ 217502 w 431948"/>
                  <a:gd name="connsiteY5" fmla="*/ 4742 h 211474"/>
                  <a:gd name="connsiteX6" fmla="*/ 5585 w 431948"/>
                  <a:gd name="connsiteY6" fmla="*/ 105563 h 211474"/>
                  <a:gd name="connsiteX7" fmla="*/ 217502 w 431948"/>
                  <a:gd name="connsiteY7" fmla="*/ 206384 h 211474"/>
                  <a:gd name="connsiteX8" fmla="*/ 429418 w 431948"/>
                  <a:gd name="connsiteY8" fmla="*/ 105563 h 211474"/>
                  <a:gd name="connsiteX9" fmla="*/ 217502 w 431948"/>
                  <a:gd name="connsiteY9" fmla="*/ 4742 h 211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31948" h="211474">
                    <a:moveTo>
                      <a:pt x="217502" y="211224"/>
                    </a:moveTo>
                    <a:cubicBezTo>
                      <a:pt x="98650" y="211224"/>
                      <a:pt x="1566" y="164029"/>
                      <a:pt x="1566" y="106395"/>
                    </a:cubicBezTo>
                    <a:cubicBezTo>
                      <a:pt x="1566" y="48762"/>
                      <a:pt x="98650" y="1566"/>
                      <a:pt x="217502" y="1566"/>
                    </a:cubicBezTo>
                    <a:cubicBezTo>
                      <a:pt x="336354" y="1566"/>
                      <a:pt x="433438" y="48762"/>
                      <a:pt x="433438" y="106395"/>
                    </a:cubicBezTo>
                    <a:cubicBezTo>
                      <a:pt x="433362" y="164029"/>
                      <a:pt x="336278" y="211224"/>
                      <a:pt x="217502" y="211224"/>
                    </a:cubicBezTo>
                    <a:close/>
                    <a:moveTo>
                      <a:pt x="217502" y="4742"/>
                    </a:moveTo>
                    <a:cubicBezTo>
                      <a:pt x="100318" y="4742"/>
                      <a:pt x="5585" y="50350"/>
                      <a:pt x="5585" y="105563"/>
                    </a:cubicBezTo>
                    <a:cubicBezTo>
                      <a:pt x="5585" y="160776"/>
                      <a:pt x="100318" y="206384"/>
                      <a:pt x="217502" y="206384"/>
                    </a:cubicBezTo>
                    <a:cubicBezTo>
                      <a:pt x="334685" y="206384"/>
                      <a:pt x="429418" y="160776"/>
                      <a:pt x="429418" y="105563"/>
                    </a:cubicBezTo>
                    <a:cubicBezTo>
                      <a:pt x="429342" y="50350"/>
                      <a:pt x="334685" y="4742"/>
                      <a:pt x="217502" y="47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8616887D-603C-43B3-92E4-4E8613F19A86}"/>
                  </a:ext>
                </a:extLst>
              </p:cNvPr>
              <p:cNvSpPr/>
              <p:nvPr/>
            </p:nvSpPr>
            <p:spPr>
              <a:xfrm>
                <a:off x="4582938" y="5777513"/>
                <a:ext cx="211475" cy="431949"/>
              </a:xfrm>
              <a:custGeom>
                <a:avLst/>
                <a:gdLst>
                  <a:gd name="connsiteX0" fmla="*/ 106689 w 211474"/>
                  <a:gd name="connsiteY0" fmla="*/ 432228 h 431948"/>
                  <a:gd name="connsiteX1" fmla="*/ 1566 w 211474"/>
                  <a:gd name="connsiteY1" fmla="*/ 216897 h 431948"/>
                  <a:gd name="connsiteX2" fmla="*/ 106689 w 211474"/>
                  <a:gd name="connsiteY2" fmla="*/ 1566 h 431948"/>
                  <a:gd name="connsiteX3" fmla="*/ 211813 w 211474"/>
                  <a:gd name="connsiteY3" fmla="*/ 216897 h 431948"/>
                  <a:gd name="connsiteX4" fmla="*/ 106689 w 211474"/>
                  <a:gd name="connsiteY4" fmla="*/ 432228 h 431948"/>
                  <a:gd name="connsiteX5" fmla="*/ 106689 w 211474"/>
                  <a:gd name="connsiteY5" fmla="*/ 4742 h 431948"/>
                  <a:gd name="connsiteX6" fmla="*/ 5585 w 211474"/>
                  <a:gd name="connsiteY6" fmla="*/ 216065 h 431948"/>
                  <a:gd name="connsiteX7" fmla="*/ 106689 w 211474"/>
                  <a:gd name="connsiteY7" fmla="*/ 427387 h 431948"/>
                  <a:gd name="connsiteX8" fmla="*/ 207793 w 211474"/>
                  <a:gd name="connsiteY8" fmla="*/ 216065 h 431948"/>
                  <a:gd name="connsiteX9" fmla="*/ 106689 w 211474"/>
                  <a:gd name="connsiteY9" fmla="*/ 4742 h 431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1474" h="431948">
                    <a:moveTo>
                      <a:pt x="106689" y="432228"/>
                    </a:moveTo>
                    <a:cubicBezTo>
                      <a:pt x="48894" y="432228"/>
                      <a:pt x="1566" y="335416"/>
                      <a:pt x="1566" y="216897"/>
                    </a:cubicBezTo>
                    <a:cubicBezTo>
                      <a:pt x="1566" y="98378"/>
                      <a:pt x="48894" y="1566"/>
                      <a:pt x="106689" y="1566"/>
                    </a:cubicBezTo>
                    <a:cubicBezTo>
                      <a:pt x="164484" y="1566"/>
                      <a:pt x="211813" y="98453"/>
                      <a:pt x="211813" y="216897"/>
                    </a:cubicBezTo>
                    <a:cubicBezTo>
                      <a:pt x="211813" y="335341"/>
                      <a:pt x="164484" y="432228"/>
                      <a:pt x="106689" y="432228"/>
                    </a:cubicBezTo>
                    <a:close/>
                    <a:moveTo>
                      <a:pt x="106689" y="4742"/>
                    </a:moveTo>
                    <a:cubicBezTo>
                      <a:pt x="50486" y="4742"/>
                      <a:pt x="5585" y="99210"/>
                      <a:pt x="5585" y="216065"/>
                    </a:cubicBezTo>
                    <a:cubicBezTo>
                      <a:pt x="5585" y="332920"/>
                      <a:pt x="51321" y="427387"/>
                      <a:pt x="106689" y="427387"/>
                    </a:cubicBezTo>
                    <a:cubicBezTo>
                      <a:pt x="162057" y="427387"/>
                      <a:pt x="207793" y="332920"/>
                      <a:pt x="207793" y="216065"/>
                    </a:cubicBezTo>
                    <a:cubicBezTo>
                      <a:pt x="207793" y="99210"/>
                      <a:pt x="162816" y="4742"/>
                      <a:pt x="106689" y="47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859DBBF-5FE2-4E9B-A0DC-C1728EF9FE11}"/>
                  </a:ext>
                </a:extLst>
              </p:cNvPr>
              <p:cNvSpPr/>
              <p:nvPr/>
            </p:nvSpPr>
            <p:spPr>
              <a:xfrm>
                <a:off x="4474548" y="5990429"/>
                <a:ext cx="427449" cy="4499"/>
              </a:xfrm>
              <a:custGeom>
                <a:avLst/>
                <a:gdLst>
                  <a:gd name="connsiteX0" fmla="*/ 429343 w 427449"/>
                  <a:gd name="connsiteY0" fmla="*/ 1566 h 4499"/>
                  <a:gd name="connsiteX1" fmla="*/ 1566 w 427449"/>
                  <a:gd name="connsiteY1" fmla="*/ 1566 h 4499"/>
                  <a:gd name="connsiteX2" fmla="*/ 1566 w 427449"/>
                  <a:gd name="connsiteY2" fmla="*/ 5574 h 4499"/>
                  <a:gd name="connsiteX3" fmla="*/ 429418 w 427449"/>
                  <a:gd name="connsiteY3" fmla="*/ 5574 h 4499"/>
                  <a:gd name="connsiteX4" fmla="*/ 429418 w 427449"/>
                  <a:gd name="connsiteY4" fmla="*/ 1566 h 4499"/>
                  <a:gd name="connsiteX5" fmla="*/ 429343 w 427449"/>
                  <a:gd name="connsiteY5" fmla="*/ 1566 h 4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7449" h="4499">
                    <a:moveTo>
                      <a:pt x="429343" y="1566"/>
                    </a:moveTo>
                    <a:lnTo>
                      <a:pt x="1566" y="1566"/>
                    </a:lnTo>
                    <a:lnTo>
                      <a:pt x="1566" y="5574"/>
                    </a:lnTo>
                    <a:lnTo>
                      <a:pt x="429418" y="5574"/>
                    </a:lnTo>
                    <a:lnTo>
                      <a:pt x="429418" y="1566"/>
                    </a:lnTo>
                    <a:lnTo>
                      <a:pt x="429343" y="1566"/>
                    </a:lnTo>
                    <a:close/>
                  </a:path>
                </a:pathLst>
              </a:custGeom>
              <a:solidFill>
                <a:srgbClr val="FFFF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F0314BF-43A6-4A70-B2A7-BDE136C7ED34}"/>
                  </a:ext>
                </a:extLst>
              </p:cNvPr>
              <p:cNvSpPr/>
              <p:nvPr/>
            </p:nvSpPr>
            <p:spPr>
              <a:xfrm>
                <a:off x="4668794" y="6076041"/>
                <a:ext cx="40495" cy="40495"/>
              </a:xfrm>
              <a:custGeom>
                <a:avLst/>
                <a:gdLst>
                  <a:gd name="connsiteX0" fmla="*/ 20830 w 40495"/>
                  <a:gd name="connsiteY0" fmla="*/ 39988 h 40495"/>
                  <a:gd name="connsiteX1" fmla="*/ 40096 w 40495"/>
                  <a:gd name="connsiteY1" fmla="*/ 20777 h 40495"/>
                  <a:gd name="connsiteX2" fmla="*/ 20830 w 40495"/>
                  <a:gd name="connsiteY2" fmla="*/ 1566 h 40495"/>
                  <a:gd name="connsiteX3" fmla="*/ 1566 w 40495"/>
                  <a:gd name="connsiteY3" fmla="*/ 20777 h 40495"/>
                  <a:gd name="connsiteX4" fmla="*/ 20830 w 40495"/>
                  <a:gd name="connsiteY4" fmla="*/ 39988 h 40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95" h="40495">
                    <a:moveTo>
                      <a:pt x="20830" y="39988"/>
                    </a:moveTo>
                    <a:cubicBezTo>
                      <a:pt x="31298" y="39988"/>
                      <a:pt x="40096" y="31214"/>
                      <a:pt x="40096" y="20777"/>
                    </a:cubicBezTo>
                    <a:cubicBezTo>
                      <a:pt x="40096" y="10339"/>
                      <a:pt x="31298" y="1566"/>
                      <a:pt x="20830" y="1566"/>
                    </a:cubicBezTo>
                    <a:cubicBezTo>
                      <a:pt x="10364" y="1566"/>
                      <a:pt x="1566" y="10339"/>
                      <a:pt x="1566" y="20777"/>
                    </a:cubicBezTo>
                    <a:cubicBezTo>
                      <a:pt x="1566" y="31214"/>
                      <a:pt x="10364" y="39988"/>
                      <a:pt x="20830" y="399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51E86F73-DC2D-4325-99E9-D1A2E4E3E3E8}"/>
                  </a:ext>
                </a:extLst>
              </p:cNvPr>
              <p:cNvSpPr/>
              <p:nvPr/>
            </p:nvSpPr>
            <p:spPr>
              <a:xfrm>
                <a:off x="4568457" y="5975981"/>
                <a:ext cx="31496" cy="31496"/>
              </a:xfrm>
              <a:custGeom>
                <a:avLst/>
                <a:gdLst>
                  <a:gd name="connsiteX0" fmla="*/ 17645 w 31496"/>
                  <a:gd name="connsiteY0" fmla="*/ 33635 h 31496"/>
                  <a:gd name="connsiteX1" fmla="*/ 33725 w 31496"/>
                  <a:gd name="connsiteY1" fmla="*/ 17600 h 31496"/>
                  <a:gd name="connsiteX2" fmla="*/ 17645 w 31496"/>
                  <a:gd name="connsiteY2" fmla="*/ 1566 h 31496"/>
                  <a:gd name="connsiteX3" fmla="*/ 1566 w 31496"/>
                  <a:gd name="connsiteY3" fmla="*/ 17600 h 31496"/>
                  <a:gd name="connsiteX4" fmla="*/ 17645 w 31496"/>
                  <a:gd name="connsiteY4" fmla="*/ 33635 h 31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496" h="31496">
                    <a:moveTo>
                      <a:pt x="17645" y="33635"/>
                    </a:moveTo>
                    <a:cubicBezTo>
                      <a:pt x="26444" y="33635"/>
                      <a:pt x="33725" y="26449"/>
                      <a:pt x="33725" y="17600"/>
                    </a:cubicBezTo>
                    <a:cubicBezTo>
                      <a:pt x="33725" y="8826"/>
                      <a:pt x="26519" y="1566"/>
                      <a:pt x="17645" y="1566"/>
                    </a:cubicBezTo>
                    <a:cubicBezTo>
                      <a:pt x="8847" y="1566"/>
                      <a:pt x="1566" y="8751"/>
                      <a:pt x="1566" y="17600"/>
                    </a:cubicBezTo>
                    <a:cubicBezTo>
                      <a:pt x="1566" y="26449"/>
                      <a:pt x="8771" y="33635"/>
                      <a:pt x="17645" y="336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103497BC-4055-4A18-B72E-470C5F60C051}"/>
                  </a:ext>
                </a:extLst>
              </p:cNvPr>
              <p:cNvSpPr/>
              <p:nvPr/>
            </p:nvSpPr>
            <p:spPr>
              <a:xfrm>
                <a:off x="4666676" y="5969777"/>
                <a:ext cx="44995" cy="44995"/>
              </a:xfrm>
              <a:custGeom>
                <a:avLst/>
                <a:gdLst>
                  <a:gd name="connsiteX0" fmla="*/ 23561 w 44994"/>
                  <a:gd name="connsiteY0" fmla="*/ 45434 h 44994"/>
                  <a:gd name="connsiteX1" fmla="*/ 45557 w 44994"/>
                  <a:gd name="connsiteY1" fmla="*/ 23500 h 44994"/>
                  <a:gd name="connsiteX2" fmla="*/ 23561 w 44994"/>
                  <a:gd name="connsiteY2" fmla="*/ 1566 h 44994"/>
                  <a:gd name="connsiteX3" fmla="*/ 1566 w 44994"/>
                  <a:gd name="connsiteY3" fmla="*/ 23500 h 44994"/>
                  <a:gd name="connsiteX4" fmla="*/ 23561 w 44994"/>
                  <a:gd name="connsiteY4" fmla="*/ 45434 h 4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94" h="44994">
                    <a:moveTo>
                      <a:pt x="23561" y="45434"/>
                    </a:moveTo>
                    <a:cubicBezTo>
                      <a:pt x="35773" y="45434"/>
                      <a:pt x="45557" y="35677"/>
                      <a:pt x="45557" y="23500"/>
                    </a:cubicBezTo>
                    <a:cubicBezTo>
                      <a:pt x="45557" y="11323"/>
                      <a:pt x="35773" y="1566"/>
                      <a:pt x="23561" y="1566"/>
                    </a:cubicBezTo>
                    <a:cubicBezTo>
                      <a:pt x="11350" y="1566"/>
                      <a:pt x="1566" y="11323"/>
                      <a:pt x="1566" y="23500"/>
                    </a:cubicBezTo>
                    <a:cubicBezTo>
                      <a:pt x="1566" y="35677"/>
                      <a:pt x="11350" y="45434"/>
                      <a:pt x="23561" y="45434"/>
                    </a:cubicBezTo>
                    <a:close/>
                  </a:path>
                </a:pathLst>
              </a:custGeom>
              <a:solidFill>
                <a:srgbClr val="50E6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21E820CB-C144-4910-9686-54E6BA9BDC46}"/>
                  </a:ext>
                </a:extLst>
              </p:cNvPr>
              <p:cNvSpPr/>
              <p:nvPr/>
            </p:nvSpPr>
            <p:spPr>
              <a:xfrm>
                <a:off x="4666676" y="5866922"/>
                <a:ext cx="44995" cy="44995"/>
              </a:xfrm>
              <a:custGeom>
                <a:avLst/>
                <a:gdLst>
                  <a:gd name="connsiteX0" fmla="*/ 23561 w 44994"/>
                  <a:gd name="connsiteY0" fmla="*/ 45434 h 44994"/>
                  <a:gd name="connsiteX1" fmla="*/ 45557 w 44994"/>
                  <a:gd name="connsiteY1" fmla="*/ 23500 h 44994"/>
                  <a:gd name="connsiteX2" fmla="*/ 23561 w 44994"/>
                  <a:gd name="connsiteY2" fmla="*/ 1566 h 44994"/>
                  <a:gd name="connsiteX3" fmla="*/ 1566 w 44994"/>
                  <a:gd name="connsiteY3" fmla="*/ 23500 h 44994"/>
                  <a:gd name="connsiteX4" fmla="*/ 23561 w 44994"/>
                  <a:gd name="connsiteY4" fmla="*/ 45434 h 4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94" h="44994">
                    <a:moveTo>
                      <a:pt x="23561" y="45434"/>
                    </a:moveTo>
                    <a:cubicBezTo>
                      <a:pt x="35773" y="45434"/>
                      <a:pt x="45557" y="35677"/>
                      <a:pt x="45557" y="23500"/>
                    </a:cubicBezTo>
                    <a:cubicBezTo>
                      <a:pt x="45557" y="11323"/>
                      <a:pt x="35773" y="1566"/>
                      <a:pt x="23561" y="1566"/>
                    </a:cubicBezTo>
                    <a:cubicBezTo>
                      <a:pt x="11350" y="1566"/>
                      <a:pt x="1566" y="11323"/>
                      <a:pt x="1566" y="23500"/>
                    </a:cubicBezTo>
                    <a:cubicBezTo>
                      <a:pt x="1566" y="35677"/>
                      <a:pt x="11350" y="45434"/>
                      <a:pt x="23561" y="45434"/>
                    </a:cubicBezTo>
                    <a:close/>
                  </a:path>
                </a:pathLst>
              </a:custGeom>
              <a:solidFill>
                <a:srgbClr val="50E6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8F8FF760-BEBB-4F4A-9FCD-F4C749555E5E}"/>
                  </a:ext>
                </a:extLst>
              </p:cNvPr>
              <p:cNvSpPr/>
              <p:nvPr/>
            </p:nvSpPr>
            <p:spPr>
              <a:xfrm>
                <a:off x="4768688" y="5969777"/>
                <a:ext cx="44995" cy="44995"/>
              </a:xfrm>
              <a:custGeom>
                <a:avLst/>
                <a:gdLst>
                  <a:gd name="connsiteX0" fmla="*/ 23561 w 44994"/>
                  <a:gd name="connsiteY0" fmla="*/ 45434 h 44994"/>
                  <a:gd name="connsiteX1" fmla="*/ 45557 w 44994"/>
                  <a:gd name="connsiteY1" fmla="*/ 23500 h 44994"/>
                  <a:gd name="connsiteX2" fmla="*/ 23561 w 44994"/>
                  <a:gd name="connsiteY2" fmla="*/ 1566 h 44994"/>
                  <a:gd name="connsiteX3" fmla="*/ 1566 w 44994"/>
                  <a:gd name="connsiteY3" fmla="*/ 23500 h 44994"/>
                  <a:gd name="connsiteX4" fmla="*/ 23561 w 44994"/>
                  <a:gd name="connsiteY4" fmla="*/ 45434 h 4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94" h="44994">
                    <a:moveTo>
                      <a:pt x="23561" y="45434"/>
                    </a:moveTo>
                    <a:cubicBezTo>
                      <a:pt x="35772" y="45434"/>
                      <a:pt x="45557" y="35677"/>
                      <a:pt x="45557" y="23500"/>
                    </a:cubicBezTo>
                    <a:cubicBezTo>
                      <a:pt x="45557" y="11323"/>
                      <a:pt x="35772" y="1566"/>
                      <a:pt x="23561" y="1566"/>
                    </a:cubicBezTo>
                    <a:cubicBezTo>
                      <a:pt x="11350" y="1566"/>
                      <a:pt x="1566" y="11323"/>
                      <a:pt x="1566" y="23500"/>
                    </a:cubicBezTo>
                    <a:cubicBezTo>
                      <a:pt x="1566" y="35677"/>
                      <a:pt x="11350" y="45434"/>
                      <a:pt x="23561" y="45434"/>
                    </a:cubicBezTo>
                    <a:close/>
                  </a:path>
                </a:pathLst>
              </a:custGeom>
              <a:solidFill>
                <a:srgbClr val="50E6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3221F08-173F-4E9A-AEC7-B715817DE2A3}"/>
                  </a:ext>
                </a:extLst>
              </p:cNvPr>
              <p:cNvSpPr/>
              <p:nvPr/>
            </p:nvSpPr>
            <p:spPr>
              <a:xfrm>
                <a:off x="4767470" y="6071507"/>
                <a:ext cx="22497" cy="22497"/>
              </a:xfrm>
              <a:custGeom>
                <a:avLst/>
                <a:gdLst>
                  <a:gd name="connsiteX0" fmla="*/ 12866 w 22497"/>
                  <a:gd name="connsiteY0" fmla="*/ 24105 h 22497"/>
                  <a:gd name="connsiteX1" fmla="*/ 24168 w 22497"/>
                  <a:gd name="connsiteY1" fmla="*/ 12835 h 22497"/>
                  <a:gd name="connsiteX2" fmla="*/ 12866 w 22497"/>
                  <a:gd name="connsiteY2" fmla="*/ 1566 h 22497"/>
                  <a:gd name="connsiteX3" fmla="*/ 1566 w 22497"/>
                  <a:gd name="connsiteY3" fmla="*/ 12835 h 22497"/>
                  <a:gd name="connsiteX4" fmla="*/ 12866 w 22497"/>
                  <a:gd name="connsiteY4" fmla="*/ 24105 h 22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497" h="22497">
                    <a:moveTo>
                      <a:pt x="12866" y="24105"/>
                    </a:moveTo>
                    <a:cubicBezTo>
                      <a:pt x="19086" y="24105"/>
                      <a:pt x="24168" y="19037"/>
                      <a:pt x="24168" y="12835"/>
                    </a:cubicBezTo>
                    <a:cubicBezTo>
                      <a:pt x="24168" y="6633"/>
                      <a:pt x="19086" y="1566"/>
                      <a:pt x="12866" y="1566"/>
                    </a:cubicBezTo>
                    <a:cubicBezTo>
                      <a:pt x="6647" y="1566"/>
                      <a:pt x="1566" y="6633"/>
                      <a:pt x="1566" y="12835"/>
                    </a:cubicBezTo>
                    <a:cubicBezTo>
                      <a:pt x="1566" y="19037"/>
                      <a:pt x="6647" y="24105"/>
                      <a:pt x="12866" y="241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36A2BEA7-2DD1-4E4D-B005-0C8F29DA7956}"/>
                  </a:ext>
                </a:extLst>
              </p:cNvPr>
              <p:cNvSpPr/>
              <p:nvPr/>
            </p:nvSpPr>
            <p:spPr>
              <a:xfrm>
                <a:off x="4585211" y="6071507"/>
                <a:ext cx="22497" cy="22497"/>
              </a:xfrm>
              <a:custGeom>
                <a:avLst/>
                <a:gdLst>
                  <a:gd name="connsiteX0" fmla="*/ 12867 w 22497"/>
                  <a:gd name="connsiteY0" fmla="*/ 24105 h 22497"/>
                  <a:gd name="connsiteX1" fmla="*/ 24168 w 22497"/>
                  <a:gd name="connsiteY1" fmla="*/ 12835 h 22497"/>
                  <a:gd name="connsiteX2" fmla="*/ 12867 w 22497"/>
                  <a:gd name="connsiteY2" fmla="*/ 1566 h 22497"/>
                  <a:gd name="connsiteX3" fmla="*/ 1566 w 22497"/>
                  <a:gd name="connsiteY3" fmla="*/ 12835 h 22497"/>
                  <a:gd name="connsiteX4" fmla="*/ 12867 w 22497"/>
                  <a:gd name="connsiteY4" fmla="*/ 24105 h 22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497" h="22497">
                    <a:moveTo>
                      <a:pt x="12867" y="24105"/>
                    </a:moveTo>
                    <a:cubicBezTo>
                      <a:pt x="19086" y="24105"/>
                      <a:pt x="24168" y="19037"/>
                      <a:pt x="24168" y="12835"/>
                    </a:cubicBezTo>
                    <a:cubicBezTo>
                      <a:pt x="24168" y="6633"/>
                      <a:pt x="19086" y="1566"/>
                      <a:pt x="12867" y="1566"/>
                    </a:cubicBezTo>
                    <a:cubicBezTo>
                      <a:pt x="6647" y="1566"/>
                      <a:pt x="1566" y="6633"/>
                      <a:pt x="1566" y="12835"/>
                    </a:cubicBezTo>
                    <a:cubicBezTo>
                      <a:pt x="1566" y="19037"/>
                      <a:pt x="6647" y="24105"/>
                      <a:pt x="12867" y="241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18FFBC5-B6A9-4DB0-A174-1D44BD9C8EAD}"/>
                  </a:ext>
                </a:extLst>
              </p:cNvPr>
              <p:cNvSpPr/>
              <p:nvPr/>
            </p:nvSpPr>
            <p:spPr>
              <a:xfrm>
                <a:off x="4767470" y="5888997"/>
                <a:ext cx="22497" cy="22497"/>
              </a:xfrm>
              <a:custGeom>
                <a:avLst/>
                <a:gdLst>
                  <a:gd name="connsiteX0" fmla="*/ 12866 w 22497"/>
                  <a:gd name="connsiteY0" fmla="*/ 24105 h 22497"/>
                  <a:gd name="connsiteX1" fmla="*/ 24168 w 22497"/>
                  <a:gd name="connsiteY1" fmla="*/ 12835 h 22497"/>
                  <a:gd name="connsiteX2" fmla="*/ 12866 w 22497"/>
                  <a:gd name="connsiteY2" fmla="*/ 1566 h 22497"/>
                  <a:gd name="connsiteX3" fmla="*/ 1566 w 22497"/>
                  <a:gd name="connsiteY3" fmla="*/ 12835 h 22497"/>
                  <a:gd name="connsiteX4" fmla="*/ 12866 w 22497"/>
                  <a:gd name="connsiteY4" fmla="*/ 24105 h 22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497" h="22497">
                    <a:moveTo>
                      <a:pt x="12866" y="24105"/>
                    </a:moveTo>
                    <a:cubicBezTo>
                      <a:pt x="19086" y="24105"/>
                      <a:pt x="24168" y="19037"/>
                      <a:pt x="24168" y="12835"/>
                    </a:cubicBezTo>
                    <a:cubicBezTo>
                      <a:pt x="24168" y="6633"/>
                      <a:pt x="19086" y="1566"/>
                      <a:pt x="12866" y="1566"/>
                    </a:cubicBezTo>
                    <a:cubicBezTo>
                      <a:pt x="6647" y="1566"/>
                      <a:pt x="1566" y="6633"/>
                      <a:pt x="1566" y="12835"/>
                    </a:cubicBezTo>
                    <a:cubicBezTo>
                      <a:pt x="1566" y="19113"/>
                      <a:pt x="6647" y="24105"/>
                      <a:pt x="12866" y="241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002A081-3E8D-4361-9E0F-60637B8106D2}"/>
                  </a:ext>
                </a:extLst>
              </p:cNvPr>
              <p:cNvSpPr/>
              <p:nvPr/>
            </p:nvSpPr>
            <p:spPr>
              <a:xfrm>
                <a:off x="4585211" y="5888997"/>
                <a:ext cx="22497" cy="22497"/>
              </a:xfrm>
              <a:custGeom>
                <a:avLst/>
                <a:gdLst>
                  <a:gd name="connsiteX0" fmla="*/ 12867 w 22497"/>
                  <a:gd name="connsiteY0" fmla="*/ 24105 h 22497"/>
                  <a:gd name="connsiteX1" fmla="*/ 24168 w 22497"/>
                  <a:gd name="connsiteY1" fmla="*/ 12835 h 22497"/>
                  <a:gd name="connsiteX2" fmla="*/ 12867 w 22497"/>
                  <a:gd name="connsiteY2" fmla="*/ 1566 h 22497"/>
                  <a:gd name="connsiteX3" fmla="*/ 1566 w 22497"/>
                  <a:gd name="connsiteY3" fmla="*/ 12835 h 22497"/>
                  <a:gd name="connsiteX4" fmla="*/ 12867 w 22497"/>
                  <a:gd name="connsiteY4" fmla="*/ 24105 h 22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497" h="22497">
                    <a:moveTo>
                      <a:pt x="12867" y="24105"/>
                    </a:moveTo>
                    <a:cubicBezTo>
                      <a:pt x="19086" y="24105"/>
                      <a:pt x="24168" y="19037"/>
                      <a:pt x="24168" y="12835"/>
                    </a:cubicBezTo>
                    <a:cubicBezTo>
                      <a:pt x="24168" y="6633"/>
                      <a:pt x="19086" y="1566"/>
                      <a:pt x="12867" y="1566"/>
                    </a:cubicBezTo>
                    <a:cubicBezTo>
                      <a:pt x="6647" y="1566"/>
                      <a:pt x="1566" y="6633"/>
                      <a:pt x="1566" y="12835"/>
                    </a:cubicBezTo>
                    <a:cubicBezTo>
                      <a:pt x="1566" y="19113"/>
                      <a:pt x="6647" y="24105"/>
                      <a:pt x="12867" y="241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</p:grpSp>
        <p:grpSp>
          <p:nvGrpSpPr>
            <p:cNvPr id="10" name="gaming" descr=" gaming, controller">
              <a:extLst>
                <a:ext uri="{FF2B5EF4-FFF2-40B4-BE49-F238E27FC236}">
                  <a16:creationId xmlns:a16="http://schemas.microsoft.com/office/drawing/2014/main" id="{0CDF0D8E-2629-4576-AE0C-BCCE8CF3ADA4}"/>
                </a:ext>
              </a:extLst>
            </p:cNvPr>
            <p:cNvGrpSpPr/>
            <p:nvPr/>
          </p:nvGrpSpPr>
          <p:grpSpPr>
            <a:xfrm>
              <a:off x="7440270" y="3050167"/>
              <a:ext cx="629310" cy="629310"/>
              <a:chOff x="7205664" y="1190625"/>
              <a:chExt cx="509586" cy="509586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7A61E15-0ED2-4A90-81DA-2B3FA9F07077}"/>
                  </a:ext>
                </a:extLst>
              </p:cNvPr>
              <p:cNvSpPr/>
              <p:nvPr/>
            </p:nvSpPr>
            <p:spPr>
              <a:xfrm>
                <a:off x="7206707" y="1287241"/>
                <a:ext cx="499079" cy="330968"/>
              </a:xfrm>
              <a:custGeom>
                <a:avLst/>
                <a:gdLst>
                  <a:gd name="connsiteX0" fmla="*/ 384012 w 499079"/>
                  <a:gd name="connsiteY0" fmla="*/ 5475 h 330968"/>
                  <a:gd name="connsiteX1" fmla="*/ 316922 w 499079"/>
                  <a:gd name="connsiteY1" fmla="*/ 12131 h 330968"/>
                  <a:gd name="connsiteX2" fmla="*/ 251429 w 499079"/>
                  <a:gd name="connsiteY2" fmla="*/ 25265 h 330968"/>
                  <a:gd name="connsiteX3" fmla="*/ 185936 w 499079"/>
                  <a:gd name="connsiteY3" fmla="*/ 12131 h 330968"/>
                  <a:gd name="connsiteX4" fmla="*/ 118845 w 499079"/>
                  <a:gd name="connsiteY4" fmla="*/ 5475 h 330968"/>
                  <a:gd name="connsiteX5" fmla="*/ 17056 w 499079"/>
                  <a:gd name="connsiteY5" fmla="*/ 155719 h 330968"/>
                  <a:gd name="connsiteX6" fmla="*/ 31255 w 499079"/>
                  <a:gd name="connsiteY6" fmla="*/ 325664 h 330968"/>
                  <a:gd name="connsiteX7" fmla="*/ 128962 w 499079"/>
                  <a:gd name="connsiteY7" fmla="*/ 270465 h 330968"/>
                  <a:gd name="connsiteX8" fmla="*/ 135262 w 499079"/>
                  <a:gd name="connsiteY8" fmla="*/ 263277 h 330968"/>
                  <a:gd name="connsiteX9" fmla="*/ 251429 w 499079"/>
                  <a:gd name="connsiteY9" fmla="*/ 225560 h 330968"/>
                  <a:gd name="connsiteX10" fmla="*/ 367595 w 499079"/>
                  <a:gd name="connsiteY10" fmla="*/ 263277 h 330968"/>
                  <a:gd name="connsiteX11" fmla="*/ 373896 w 499079"/>
                  <a:gd name="connsiteY11" fmla="*/ 270465 h 330968"/>
                  <a:gd name="connsiteX12" fmla="*/ 455806 w 499079"/>
                  <a:gd name="connsiteY12" fmla="*/ 328947 h 330968"/>
                  <a:gd name="connsiteX13" fmla="*/ 471603 w 499079"/>
                  <a:gd name="connsiteY13" fmla="*/ 325664 h 330968"/>
                  <a:gd name="connsiteX14" fmla="*/ 485891 w 499079"/>
                  <a:gd name="connsiteY14" fmla="*/ 155719 h 330968"/>
                  <a:gd name="connsiteX15" fmla="*/ 384012 w 499079"/>
                  <a:gd name="connsiteY15" fmla="*/ 5475 h 330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99079" h="330968">
                    <a:moveTo>
                      <a:pt x="384012" y="5475"/>
                    </a:moveTo>
                    <a:cubicBezTo>
                      <a:pt x="355614" y="-2068"/>
                      <a:pt x="336801" y="4765"/>
                      <a:pt x="316922" y="12131"/>
                    </a:cubicBezTo>
                    <a:cubicBezTo>
                      <a:pt x="300238" y="18254"/>
                      <a:pt x="281247" y="25265"/>
                      <a:pt x="251429" y="25265"/>
                    </a:cubicBezTo>
                    <a:cubicBezTo>
                      <a:pt x="221611" y="25265"/>
                      <a:pt x="202619" y="18254"/>
                      <a:pt x="185936" y="12131"/>
                    </a:cubicBezTo>
                    <a:cubicBezTo>
                      <a:pt x="166057" y="4765"/>
                      <a:pt x="147332" y="-2157"/>
                      <a:pt x="118845" y="5475"/>
                    </a:cubicBezTo>
                    <a:cubicBezTo>
                      <a:pt x="63380" y="20384"/>
                      <a:pt x="38709" y="73986"/>
                      <a:pt x="17056" y="155719"/>
                    </a:cubicBezTo>
                    <a:cubicBezTo>
                      <a:pt x="-7083" y="246415"/>
                      <a:pt x="-1581" y="311554"/>
                      <a:pt x="31255" y="325664"/>
                    </a:cubicBezTo>
                    <a:cubicBezTo>
                      <a:pt x="66486" y="340839"/>
                      <a:pt x="102605" y="300105"/>
                      <a:pt x="128962" y="270465"/>
                    </a:cubicBezTo>
                    <a:lnTo>
                      <a:pt x="135262" y="263277"/>
                    </a:lnTo>
                    <a:cubicBezTo>
                      <a:pt x="157715" y="237363"/>
                      <a:pt x="203063" y="225560"/>
                      <a:pt x="251429" y="225560"/>
                    </a:cubicBezTo>
                    <a:cubicBezTo>
                      <a:pt x="309379" y="225560"/>
                      <a:pt x="345143" y="237363"/>
                      <a:pt x="367595" y="263277"/>
                    </a:cubicBezTo>
                    <a:lnTo>
                      <a:pt x="373896" y="270465"/>
                    </a:lnTo>
                    <a:cubicBezTo>
                      <a:pt x="396348" y="295757"/>
                      <a:pt x="425811" y="328947"/>
                      <a:pt x="455806" y="328947"/>
                    </a:cubicBezTo>
                    <a:cubicBezTo>
                      <a:pt x="461042" y="328947"/>
                      <a:pt x="466278" y="327971"/>
                      <a:pt x="471603" y="325664"/>
                    </a:cubicBezTo>
                    <a:cubicBezTo>
                      <a:pt x="504438" y="311554"/>
                      <a:pt x="509940" y="246415"/>
                      <a:pt x="485891" y="155719"/>
                    </a:cubicBezTo>
                    <a:cubicBezTo>
                      <a:pt x="464148" y="73986"/>
                      <a:pt x="439566" y="20295"/>
                      <a:pt x="384012" y="5475"/>
                    </a:cubicBezTo>
                    <a:close/>
                  </a:path>
                </a:pathLst>
              </a:custGeom>
              <a:solidFill>
                <a:srgbClr val="0078D4"/>
              </a:solidFill>
              <a:ln w="5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64FB395-70BA-489D-918F-7A48C956D273}"/>
                  </a:ext>
                </a:extLst>
              </p:cNvPr>
              <p:cNvSpPr/>
              <p:nvPr/>
            </p:nvSpPr>
            <p:spPr>
              <a:xfrm>
                <a:off x="7309642" y="1376468"/>
                <a:ext cx="84055" cy="84055"/>
              </a:xfrm>
              <a:custGeom>
                <a:avLst/>
                <a:gdLst>
                  <a:gd name="connsiteX0" fmla="*/ 83088 w 84055"/>
                  <a:gd name="connsiteY0" fmla="*/ 42620 h 84055"/>
                  <a:gd name="connsiteX1" fmla="*/ 42620 w 84055"/>
                  <a:gd name="connsiteY1" fmla="*/ 83087 h 84055"/>
                  <a:gd name="connsiteX2" fmla="*/ 2153 w 84055"/>
                  <a:gd name="connsiteY2" fmla="*/ 42620 h 84055"/>
                  <a:gd name="connsiteX3" fmla="*/ 42620 w 84055"/>
                  <a:gd name="connsiteY3" fmla="*/ 2153 h 84055"/>
                  <a:gd name="connsiteX4" fmla="*/ 83088 w 84055"/>
                  <a:gd name="connsiteY4" fmla="*/ 42620 h 84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055" h="84055">
                    <a:moveTo>
                      <a:pt x="83088" y="42620"/>
                    </a:moveTo>
                    <a:cubicBezTo>
                      <a:pt x="83088" y="64983"/>
                      <a:pt x="64984" y="83087"/>
                      <a:pt x="42620" y="83087"/>
                    </a:cubicBezTo>
                    <a:cubicBezTo>
                      <a:pt x="20257" y="83087"/>
                      <a:pt x="2153" y="64983"/>
                      <a:pt x="2153" y="42620"/>
                    </a:cubicBezTo>
                    <a:cubicBezTo>
                      <a:pt x="2153" y="20256"/>
                      <a:pt x="20257" y="2153"/>
                      <a:pt x="42620" y="2153"/>
                    </a:cubicBezTo>
                    <a:cubicBezTo>
                      <a:pt x="64984" y="2153"/>
                      <a:pt x="83088" y="20345"/>
                      <a:pt x="83088" y="42620"/>
                    </a:cubicBezTo>
                    <a:close/>
                  </a:path>
                </a:pathLst>
              </a:custGeom>
              <a:solidFill>
                <a:srgbClr val="50E6FF"/>
              </a:solidFill>
              <a:ln w="5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ABD1A76-56A6-4422-BF4D-2C39617064CC}"/>
                  </a:ext>
                </a:extLst>
              </p:cNvPr>
              <p:cNvSpPr/>
              <p:nvPr/>
            </p:nvSpPr>
            <p:spPr>
              <a:xfrm>
                <a:off x="7548634" y="1376550"/>
                <a:ext cx="31521" cy="31521"/>
              </a:xfrm>
              <a:custGeom>
                <a:avLst/>
                <a:gdLst>
                  <a:gd name="connsiteX0" fmla="*/ 29664 w 31520"/>
                  <a:gd name="connsiteY0" fmla="*/ 15908 h 31520"/>
                  <a:gd name="connsiteX1" fmla="*/ 15909 w 31520"/>
                  <a:gd name="connsiteY1" fmla="*/ 29664 h 31520"/>
                  <a:gd name="connsiteX2" fmla="*/ 2153 w 31520"/>
                  <a:gd name="connsiteY2" fmla="*/ 15908 h 31520"/>
                  <a:gd name="connsiteX3" fmla="*/ 15909 w 31520"/>
                  <a:gd name="connsiteY3" fmla="*/ 2153 h 31520"/>
                  <a:gd name="connsiteX4" fmla="*/ 29664 w 31520"/>
                  <a:gd name="connsiteY4" fmla="*/ 15908 h 31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20" h="31520">
                    <a:moveTo>
                      <a:pt x="29664" y="15908"/>
                    </a:moveTo>
                    <a:cubicBezTo>
                      <a:pt x="29664" y="23540"/>
                      <a:pt x="23451" y="29664"/>
                      <a:pt x="15909" y="29664"/>
                    </a:cubicBezTo>
                    <a:cubicBezTo>
                      <a:pt x="8276" y="29664"/>
                      <a:pt x="2153" y="23451"/>
                      <a:pt x="2153" y="15908"/>
                    </a:cubicBezTo>
                    <a:cubicBezTo>
                      <a:pt x="2153" y="8276"/>
                      <a:pt x="8365" y="2153"/>
                      <a:pt x="15909" y="2153"/>
                    </a:cubicBezTo>
                    <a:cubicBezTo>
                      <a:pt x="23451" y="2153"/>
                      <a:pt x="29664" y="8365"/>
                      <a:pt x="29664" y="159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B38E03D-279E-4F27-A99B-30B7BCD109E9}"/>
                  </a:ext>
                </a:extLst>
              </p:cNvPr>
              <p:cNvSpPr/>
              <p:nvPr/>
            </p:nvSpPr>
            <p:spPr>
              <a:xfrm>
                <a:off x="7522008" y="1428921"/>
                <a:ext cx="31521" cy="31521"/>
              </a:xfrm>
              <a:custGeom>
                <a:avLst/>
                <a:gdLst>
                  <a:gd name="connsiteX0" fmla="*/ 29663 w 31520"/>
                  <a:gd name="connsiteY0" fmla="*/ 15909 h 31520"/>
                  <a:gd name="connsiteX1" fmla="*/ 15908 w 31520"/>
                  <a:gd name="connsiteY1" fmla="*/ 29664 h 31520"/>
                  <a:gd name="connsiteX2" fmla="*/ 2153 w 31520"/>
                  <a:gd name="connsiteY2" fmla="*/ 15909 h 31520"/>
                  <a:gd name="connsiteX3" fmla="*/ 15908 w 31520"/>
                  <a:gd name="connsiteY3" fmla="*/ 2153 h 31520"/>
                  <a:gd name="connsiteX4" fmla="*/ 29663 w 31520"/>
                  <a:gd name="connsiteY4" fmla="*/ 15909 h 31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20" h="31520">
                    <a:moveTo>
                      <a:pt x="29663" y="15909"/>
                    </a:moveTo>
                    <a:cubicBezTo>
                      <a:pt x="29663" y="23540"/>
                      <a:pt x="23451" y="29664"/>
                      <a:pt x="15908" y="29664"/>
                    </a:cubicBezTo>
                    <a:cubicBezTo>
                      <a:pt x="8276" y="29664"/>
                      <a:pt x="2153" y="23451"/>
                      <a:pt x="2153" y="15909"/>
                    </a:cubicBezTo>
                    <a:cubicBezTo>
                      <a:pt x="2153" y="8276"/>
                      <a:pt x="8365" y="2153"/>
                      <a:pt x="15908" y="2153"/>
                    </a:cubicBezTo>
                    <a:cubicBezTo>
                      <a:pt x="23451" y="2153"/>
                      <a:pt x="29663" y="8365"/>
                      <a:pt x="29663" y="159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5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169">
                  <a:defRPr/>
                </a:pPr>
                <a:endParaRPr lang="en-US" sz="1731" kern="0">
                  <a:latin typeface="Calibri" panose="020F0502020204030204"/>
                </a:endParaRPr>
              </a:p>
            </p:txBody>
          </p:sp>
        </p:grpSp>
        <p:grpSp>
          <p:nvGrpSpPr>
            <p:cNvPr id="11" name="phone" descr="phone">
              <a:extLst>
                <a:ext uri="{FF2B5EF4-FFF2-40B4-BE49-F238E27FC236}">
                  <a16:creationId xmlns:a16="http://schemas.microsoft.com/office/drawing/2014/main" id="{B5AA63E7-774B-45D5-9F6A-A81CAD96430E}"/>
                </a:ext>
              </a:extLst>
            </p:cNvPr>
            <p:cNvGrpSpPr/>
            <p:nvPr/>
          </p:nvGrpSpPr>
          <p:grpSpPr>
            <a:xfrm>
              <a:off x="5948868" y="3108101"/>
              <a:ext cx="302660" cy="513442"/>
              <a:chOff x="7648576" y="1841501"/>
              <a:chExt cx="177800" cy="301625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5AA1C385-A41F-43B5-B06F-820681BF51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8576" y="2051051"/>
                <a:ext cx="177800" cy="92075"/>
              </a:xfrm>
              <a:custGeom>
                <a:avLst/>
                <a:gdLst>
                  <a:gd name="T0" fmla="*/ 53 w 106"/>
                  <a:gd name="T1" fmla="*/ 0 h 54"/>
                  <a:gd name="T2" fmla="*/ 0 w 106"/>
                  <a:gd name="T3" fmla="*/ 16 h 54"/>
                  <a:gd name="T4" fmla="*/ 0 w 106"/>
                  <a:gd name="T5" fmla="*/ 44 h 54"/>
                  <a:gd name="T6" fmla="*/ 9 w 106"/>
                  <a:gd name="T7" fmla="*/ 54 h 54"/>
                  <a:gd name="T8" fmla="*/ 96 w 106"/>
                  <a:gd name="T9" fmla="*/ 54 h 54"/>
                  <a:gd name="T10" fmla="*/ 106 w 106"/>
                  <a:gd name="T11" fmla="*/ 44 h 54"/>
                  <a:gd name="T12" fmla="*/ 106 w 106"/>
                  <a:gd name="T13" fmla="*/ 16 h 54"/>
                  <a:gd name="T14" fmla="*/ 53 w 106"/>
                  <a:gd name="T1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6" h="54">
                    <a:moveTo>
                      <a:pt x="53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9"/>
                      <a:pt x="4" y="54"/>
                      <a:pt x="9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102" y="54"/>
                      <a:pt x="106" y="49"/>
                      <a:pt x="106" y="44"/>
                    </a:cubicBezTo>
                    <a:cubicBezTo>
                      <a:pt x="106" y="16"/>
                      <a:pt x="106" y="16"/>
                      <a:pt x="106" y="16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3BCBFF"/>
              </a:solidFill>
              <a:ln>
                <a:noFill/>
              </a:ln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8D28B66-47B8-4BFD-91B1-EEC540F51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21601" y="2100264"/>
                <a:ext cx="33338" cy="19050"/>
              </a:xfrm>
              <a:prstGeom prst="rect">
                <a:avLst/>
              </a:prstGeom>
              <a:solidFill>
                <a:srgbClr val="4FE4FF"/>
              </a:solidFill>
              <a:ln>
                <a:noFill/>
              </a:ln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8D0787C4-ED53-45F3-B474-1CB1D3CD5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8576" y="1841501"/>
                <a:ext cx="177800" cy="236538"/>
              </a:xfrm>
              <a:custGeom>
                <a:avLst/>
                <a:gdLst>
                  <a:gd name="T0" fmla="*/ 96 w 106"/>
                  <a:gd name="T1" fmla="*/ 0 h 141"/>
                  <a:gd name="T2" fmla="*/ 9 w 106"/>
                  <a:gd name="T3" fmla="*/ 0 h 141"/>
                  <a:gd name="T4" fmla="*/ 0 w 106"/>
                  <a:gd name="T5" fmla="*/ 9 h 141"/>
                  <a:gd name="T6" fmla="*/ 0 w 106"/>
                  <a:gd name="T7" fmla="*/ 140 h 141"/>
                  <a:gd name="T8" fmla="*/ 106 w 106"/>
                  <a:gd name="T9" fmla="*/ 141 h 141"/>
                  <a:gd name="T10" fmla="*/ 106 w 106"/>
                  <a:gd name="T11" fmla="*/ 9 h 141"/>
                  <a:gd name="T12" fmla="*/ 96 w 106"/>
                  <a:gd name="T13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" h="141">
                    <a:moveTo>
                      <a:pt x="96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106" y="141"/>
                      <a:pt x="106" y="141"/>
                      <a:pt x="106" y="141"/>
                    </a:cubicBezTo>
                    <a:cubicBezTo>
                      <a:pt x="106" y="9"/>
                      <a:pt x="106" y="9"/>
                      <a:pt x="106" y="9"/>
                    </a:cubicBezTo>
                    <a:cubicBezTo>
                      <a:pt x="106" y="4"/>
                      <a:pt x="102" y="0"/>
                      <a:pt x="96" y="0"/>
                    </a:cubicBezTo>
                    <a:close/>
                  </a:path>
                </a:pathLst>
              </a:custGeom>
              <a:solidFill>
                <a:srgbClr val="4FE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52" name="Freeform 175">
                <a:extLst>
                  <a:ext uri="{FF2B5EF4-FFF2-40B4-BE49-F238E27FC236}">
                    <a16:creationId xmlns:a16="http://schemas.microsoft.com/office/drawing/2014/main" id="{05851624-D67F-4D92-9265-69B908C6D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8576" y="1841501"/>
                <a:ext cx="177800" cy="234950"/>
              </a:xfrm>
              <a:custGeom>
                <a:avLst/>
                <a:gdLst>
                  <a:gd name="T0" fmla="*/ 106 w 106"/>
                  <a:gd name="T1" fmla="*/ 9 h 140"/>
                  <a:gd name="T2" fmla="*/ 96 w 106"/>
                  <a:gd name="T3" fmla="*/ 0 h 140"/>
                  <a:gd name="T4" fmla="*/ 9 w 106"/>
                  <a:gd name="T5" fmla="*/ 0 h 140"/>
                  <a:gd name="T6" fmla="*/ 0 w 106"/>
                  <a:gd name="T7" fmla="*/ 9 h 140"/>
                  <a:gd name="T8" fmla="*/ 0 w 106"/>
                  <a:gd name="T9" fmla="*/ 140 h 140"/>
                  <a:gd name="T10" fmla="*/ 106 w 106"/>
                  <a:gd name="T11" fmla="*/ 34 h 140"/>
                  <a:gd name="T12" fmla="*/ 106 w 106"/>
                  <a:gd name="T13" fmla="*/ 9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" h="140">
                    <a:moveTo>
                      <a:pt x="106" y="9"/>
                    </a:moveTo>
                    <a:cubicBezTo>
                      <a:pt x="106" y="4"/>
                      <a:pt x="102" y="0"/>
                      <a:pt x="96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106" y="34"/>
                      <a:pt x="106" y="34"/>
                      <a:pt x="106" y="34"/>
                    </a:cubicBezTo>
                    <a:lnTo>
                      <a:pt x="106" y="9"/>
                    </a:lnTo>
                    <a:close/>
                  </a:path>
                </a:pathLst>
              </a:custGeom>
              <a:solidFill>
                <a:srgbClr val="3BCBFF"/>
              </a:solidFill>
              <a:ln>
                <a:noFill/>
              </a:ln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</p:grpSp>
        <p:grpSp>
          <p:nvGrpSpPr>
            <p:cNvPr id="12" name="monitor 1" descr="monitor, desktop">
              <a:extLst>
                <a:ext uri="{FF2B5EF4-FFF2-40B4-BE49-F238E27FC236}">
                  <a16:creationId xmlns:a16="http://schemas.microsoft.com/office/drawing/2014/main" id="{58E95296-6113-48B5-87EE-8B4B7C76AEFF}"/>
                </a:ext>
              </a:extLst>
            </p:cNvPr>
            <p:cNvGrpSpPr/>
            <p:nvPr/>
          </p:nvGrpSpPr>
          <p:grpSpPr>
            <a:xfrm>
              <a:off x="876832" y="3153600"/>
              <a:ext cx="518366" cy="422446"/>
              <a:chOff x="4233864" y="1827214"/>
              <a:chExt cx="403225" cy="328613"/>
            </a:xfrm>
          </p:grpSpPr>
          <p:sp>
            <p:nvSpPr>
              <p:cNvPr id="46" name="Freeform 53">
                <a:extLst>
                  <a:ext uri="{FF2B5EF4-FFF2-40B4-BE49-F238E27FC236}">
                    <a16:creationId xmlns:a16="http://schemas.microsoft.com/office/drawing/2014/main" id="{A7BD52A4-40CF-440C-B51C-415DB8ED5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864" y="1827214"/>
                <a:ext cx="403225" cy="246063"/>
              </a:xfrm>
              <a:custGeom>
                <a:avLst/>
                <a:gdLst>
                  <a:gd name="T0" fmla="*/ 0 w 240"/>
                  <a:gd name="T1" fmla="*/ 11 h 147"/>
                  <a:gd name="T2" fmla="*/ 0 w 240"/>
                  <a:gd name="T3" fmla="*/ 137 h 147"/>
                  <a:gd name="T4" fmla="*/ 11 w 240"/>
                  <a:gd name="T5" fmla="*/ 147 h 147"/>
                  <a:gd name="T6" fmla="*/ 230 w 240"/>
                  <a:gd name="T7" fmla="*/ 147 h 147"/>
                  <a:gd name="T8" fmla="*/ 240 w 240"/>
                  <a:gd name="T9" fmla="*/ 137 h 147"/>
                  <a:gd name="T10" fmla="*/ 240 w 240"/>
                  <a:gd name="T11" fmla="*/ 11 h 147"/>
                  <a:gd name="T12" fmla="*/ 230 w 240"/>
                  <a:gd name="T13" fmla="*/ 0 h 147"/>
                  <a:gd name="T14" fmla="*/ 11 w 240"/>
                  <a:gd name="T15" fmla="*/ 0 h 147"/>
                  <a:gd name="T16" fmla="*/ 0 w 240"/>
                  <a:gd name="T17" fmla="*/ 11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0" h="147">
                    <a:moveTo>
                      <a:pt x="0" y="11"/>
                    </a:move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42"/>
                      <a:pt x="5" y="147"/>
                      <a:pt x="11" y="147"/>
                    </a:cubicBezTo>
                    <a:cubicBezTo>
                      <a:pt x="230" y="147"/>
                      <a:pt x="230" y="147"/>
                      <a:pt x="230" y="147"/>
                    </a:cubicBezTo>
                    <a:cubicBezTo>
                      <a:pt x="236" y="147"/>
                      <a:pt x="240" y="142"/>
                      <a:pt x="240" y="137"/>
                    </a:cubicBezTo>
                    <a:cubicBezTo>
                      <a:pt x="240" y="11"/>
                      <a:pt x="240" y="11"/>
                      <a:pt x="240" y="11"/>
                    </a:cubicBezTo>
                    <a:cubicBezTo>
                      <a:pt x="240" y="5"/>
                      <a:pt x="236" y="0"/>
                      <a:pt x="23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lose/>
                  </a:path>
                </a:pathLst>
              </a:custGeom>
              <a:solidFill>
                <a:srgbClr val="4FE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47" name="Freeform 54">
                <a:extLst>
                  <a:ext uri="{FF2B5EF4-FFF2-40B4-BE49-F238E27FC236}">
                    <a16:creationId xmlns:a16="http://schemas.microsoft.com/office/drawing/2014/main" id="{0404B6FE-0F94-437F-9E40-D34495269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864" y="2011364"/>
                <a:ext cx="403225" cy="144463"/>
              </a:xfrm>
              <a:custGeom>
                <a:avLst/>
                <a:gdLst>
                  <a:gd name="T0" fmla="*/ 0 w 240"/>
                  <a:gd name="T1" fmla="*/ 0 h 86"/>
                  <a:gd name="T2" fmla="*/ 0 w 240"/>
                  <a:gd name="T3" fmla="*/ 27 h 86"/>
                  <a:gd name="T4" fmla="*/ 11 w 240"/>
                  <a:gd name="T5" fmla="*/ 37 h 86"/>
                  <a:gd name="T6" fmla="*/ 115 w 240"/>
                  <a:gd name="T7" fmla="*/ 37 h 86"/>
                  <a:gd name="T8" fmla="*/ 115 w 240"/>
                  <a:gd name="T9" fmla="*/ 74 h 86"/>
                  <a:gd name="T10" fmla="*/ 59 w 240"/>
                  <a:gd name="T11" fmla="*/ 74 h 86"/>
                  <a:gd name="T12" fmla="*/ 59 w 240"/>
                  <a:gd name="T13" fmla="*/ 86 h 86"/>
                  <a:gd name="T14" fmla="*/ 182 w 240"/>
                  <a:gd name="T15" fmla="*/ 86 h 86"/>
                  <a:gd name="T16" fmla="*/ 182 w 240"/>
                  <a:gd name="T17" fmla="*/ 74 h 86"/>
                  <a:gd name="T18" fmla="*/ 126 w 240"/>
                  <a:gd name="T19" fmla="*/ 74 h 86"/>
                  <a:gd name="T20" fmla="*/ 126 w 240"/>
                  <a:gd name="T21" fmla="*/ 37 h 86"/>
                  <a:gd name="T22" fmla="*/ 230 w 240"/>
                  <a:gd name="T23" fmla="*/ 37 h 86"/>
                  <a:gd name="T24" fmla="*/ 240 w 240"/>
                  <a:gd name="T25" fmla="*/ 27 h 86"/>
                  <a:gd name="T26" fmla="*/ 240 w 240"/>
                  <a:gd name="T27" fmla="*/ 0 h 86"/>
                  <a:gd name="T28" fmla="*/ 0 w 240"/>
                  <a:gd name="T2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0" h="86">
                    <a:moveTo>
                      <a:pt x="0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0" y="32"/>
                      <a:pt x="5" y="37"/>
                      <a:pt x="11" y="37"/>
                    </a:cubicBezTo>
                    <a:cubicBezTo>
                      <a:pt x="115" y="37"/>
                      <a:pt x="115" y="37"/>
                      <a:pt x="115" y="37"/>
                    </a:cubicBezTo>
                    <a:cubicBezTo>
                      <a:pt x="115" y="74"/>
                      <a:pt x="115" y="74"/>
                      <a:pt x="115" y="74"/>
                    </a:cubicBezTo>
                    <a:cubicBezTo>
                      <a:pt x="59" y="74"/>
                      <a:pt x="59" y="74"/>
                      <a:pt x="59" y="74"/>
                    </a:cubicBezTo>
                    <a:cubicBezTo>
                      <a:pt x="59" y="86"/>
                      <a:pt x="59" y="86"/>
                      <a:pt x="59" y="86"/>
                    </a:cubicBezTo>
                    <a:cubicBezTo>
                      <a:pt x="182" y="86"/>
                      <a:pt x="182" y="86"/>
                      <a:pt x="182" y="86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26" y="74"/>
                      <a:pt x="126" y="74"/>
                      <a:pt x="126" y="74"/>
                    </a:cubicBezTo>
                    <a:cubicBezTo>
                      <a:pt x="126" y="37"/>
                      <a:pt x="126" y="37"/>
                      <a:pt x="126" y="37"/>
                    </a:cubicBezTo>
                    <a:cubicBezTo>
                      <a:pt x="230" y="37"/>
                      <a:pt x="230" y="37"/>
                      <a:pt x="230" y="37"/>
                    </a:cubicBezTo>
                    <a:cubicBezTo>
                      <a:pt x="236" y="37"/>
                      <a:pt x="240" y="32"/>
                      <a:pt x="240" y="27"/>
                    </a:cubicBezTo>
                    <a:cubicBezTo>
                      <a:pt x="240" y="0"/>
                      <a:pt x="240" y="0"/>
                      <a:pt x="2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CBFF"/>
              </a:solidFill>
              <a:ln>
                <a:noFill/>
              </a:ln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48" name="Freeform 173">
                <a:extLst>
                  <a:ext uri="{FF2B5EF4-FFF2-40B4-BE49-F238E27FC236}">
                    <a16:creationId xmlns:a16="http://schemas.microsoft.com/office/drawing/2014/main" id="{7079CC90-2044-4646-9911-C383CF05C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864" y="1827214"/>
                <a:ext cx="228600" cy="184150"/>
              </a:xfrm>
              <a:custGeom>
                <a:avLst/>
                <a:gdLst>
                  <a:gd name="T0" fmla="*/ 0 w 136"/>
                  <a:gd name="T1" fmla="*/ 110 h 110"/>
                  <a:gd name="T2" fmla="*/ 27 w 136"/>
                  <a:gd name="T3" fmla="*/ 110 h 110"/>
                  <a:gd name="T4" fmla="*/ 136 w 136"/>
                  <a:gd name="T5" fmla="*/ 0 h 110"/>
                  <a:gd name="T6" fmla="*/ 10 w 136"/>
                  <a:gd name="T7" fmla="*/ 0 h 110"/>
                  <a:gd name="T8" fmla="*/ 0 w 136"/>
                  <a:gd name="T9" fmla="*/ 10 h 110"/>
                  <a:gd name="T10" fmla="*/ 0 w 136"/>
                  <a:gd name="T11" fmla="*/ 11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6" h="110">
                    <a:moveTo>
                      <a:pt x="0" y="110"/>
                    </a:moveTo>
                    <a:cubicBezTo>
                      <a:pt x="27" y="110"/>
                      <a:pt x="27" y="110"/>
                      <a:pt x="27" y="110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3BCBFF"/>
              </a:solidFill>
              <a:ln>
                <a:noFill/>
              </a:ln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</p:grpSp>
        <p:grpSp>
          <p:nvGrpSpPr>
            <p:cNvPr id="13" name="IoT 3" descr="IoT, create safer cities">
              <a:extLst>
                <a:ext uri="{FF2B5EF4-FFF2-40B4-BE49-F238E27FC236}">
                  <a16:creationId xmlns:a16="http://schemas.microsoft.com/office/drawing/2014/main" id="{0A517582-162A-421D-B453-F8F09234675B}"/>
                </a:ext>
              </a:extLst>
            </p:cNvPr>
            <p:cNvGrpSpPr/>
            <p:nvPr/>
          </p:nvGrpSpPr>
          <p:grpSpPr>
            <a:xfrm>
              <a:off x="9131303" y="3087451"/>
              <a:ext cx="556698" cy="554742"/>
              <a:chOff x="5433319" y="4819498"/>
              <a:chExt cx="403602" cy="402184"/>
            </a:xfrm>
          </p:grpSpPr>
          <p:sp>
            <p:nvSpPr>
              <p:cNvPr id="29" name="Rectangle 854">
                <a:extLst>
                  <a:ext uri="{FF2B5EF4-FFF2-40B4-BE49-F238E27FC236}">
                    <a16:creationId xmlns:a16="http://schemas.microsoft.com/office/drawing/2014/main" id="{06EE185C-B4C4-43F3-8505-956B18561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0710" y="5030503"/>
                <a:ext cx="62311" cy="191179"/>
              </a:xfrm>
              <a:prstGeom prst="rect">
                <a:avLst/>
              </a:prstGeom>
              <a:solidFill>
                <a:srgbClr val="50E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30" name="Freeform 855">
                <a:extLst>
                  <a:ext uri="{FF2B5EF4-FFF2-40B4-BE49-F238E27FC236}">
                    <a16:creationId xmlns:a16="http://schemas.microsoft.com/office/drawing/2014/main" id="{7D1618F3-97FE-4CC7-BB98-5980522E5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3319" y="4819498"/>
                <a:ext cx="403602" cy="201092"/>
              </a:xfrm>
              <a:custGeom>
                <a:avLst/>
                <a:gdLst>
                  <a:gd name="T0" fmla="*/ 192 w 384"/>
                  <a:gd name="T1" fmla="*/ 0 h 192"/>
                  <a:gd name="T2" fmla="*/ 0 w 384"/>
                  <a:gd name="T3" fmla="*/ 192 h 192"/>
                  <a:gd name="T4" fmla="*/ 41 w 384"/>
                  <a:gd name="T5" fmla="*/ 192 h 192"/>
                  <a:gd name="T6" fmla="*/ 85 w 384"/>
                  <a:gd name="T7" fmla="*/ 85 h 192"/>
                  <a:gd name="T8" fmla="*/ 192 w 384"/>
                  <a:gd name="T9" fmla="*/ 41 h 192"/>
                  <a:gd name="T10" fmla="*/ 299 w 384"/>
                  <a:gd name="T11" fmla="*/ 85 h 192"/>
                  <a:gd name="T12" fmla="*/ 343 w 384"/>
                  <a:gd name="T13" fmla="*/ 192 h 192"/>
                  <a:gd name="T14" fmla="*/ 384 w 384"/>
                  <a:gd name="T15" fmla="*/ 192 h 192"/>
                  <a:gd name="T16" fmla="*/ 192 w 384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4" h="192">
                    <a:moveTo>
                      <a:pt x="192" y="0"/>
                    </a:moveTo>
                    <a:cubicBezTo>
                      <a:pt x="86" y="0"/>
                      <a:pt x="0" y="86"/>
                      <a:pt x="0" y="192"/>
                    </a:cubicBezTo>
                    <a:cubicBezTo>
                      <a:pt x="41" y="192"/>
                      <a:pt x="41" y="192"/>
                      <a:pt x="41" y="192"/>
                    </a:cubicBezTo>
                    <a:cubicBezTo>
                      <a:pt x="41" y="152"/>
                      <a:pt x="56" y="114"/>
                      <a:pt x="85" y="85"/>
                    </a:cubicBezTo>
                    <a:cubicBezTo>
                      <a:pt x="114" y="56"/>
                      <a:pt x="152" y="41"/>
                      <a:pt x="192" y="41"/>
                    </a:cubicBezTo>
                    <a:cubicBezTo>
                      <a:pt x="232" y="41"/>
                      <a:pt x="270" y="56"/>
                      <a:pt x="299" y="85"/>
                    </a:cubicBezTo>
                    <a:cubicBezTo>
                      <a:pt x="328" y="114"/>
                      <a:pt x="343" y="152"/>
                      <a:pt x="343" y="192"/>
                    </a:cubicBezTo>
                    <a:cubicBezTo>
                      <a:pt x="384" y="192"/>
                      <a:pt x="384" y="192"/>
                      <a:pt x="384" y="192"/>
                    </a:cubicBezTo>
                    <a:cubicBezTo>
                      <a:pt x="384" y="86"/>
                      <a:pt x="298" y="0"/>
                      <a:pt x="192" y="0"/>
                    </a:cubicBezTo>
                    <a:close/>
                  </a:path>
                </a:pathLst>
              </a:custGeom>
              <a:solidFill>
                <a:srgbClr val="50E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31" name="Rectangle 856">
                <a:extLst>
                  <a:ext uri="{FF2B5EF4-FFF2-40B4-BE49-F238E27FC236}">
                    <a16:creationId xmlns:a16="http://schemas.microsoft.com/office/drawing/2014/main" id="{54DE1C95-77B3-4241-BDA8-96729FC05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9530" y="4925708"/>
                <a:ext cx="191180" cy="295974"/>
              </a:xfrm>
              <a:prstGeom prst="rect">
                <a:avLst/>
              </a:prstGeom>
              <a:solidFill>
                <a:srgbClr val="007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32" name="Rectangle 857">
                <a:extLst>
                  <a:ext uri="{FF2B5EF4-FFF2-40B4-BE49-F238E27FC236}">
                    <a16:creationId xmlns:a16="http://schemas.microsoft.com/office/drawing/2014/main" id="{8EFA97BB-2C0F-4C4F-803F-A30CDC20B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7133" y="5041832"/>
                <a:ext cx="127453" cy="16993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33" name="Rectangle 858">
                <a:extLst>
                  <a:ext uri="{FF2B5EF4-FFF2-40B4-BE49-F238E27FC236}">
                    <a16:creationId xmlns:a16="http://schemas.microsoft.com/office/drawing/2014/main" id="{B4C2A233-0181-4F74-A3BD-F3D1CA16F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7045" y="5051745"/>
                <a:ext cx="106211" cy="148695"/>
              </a:xfrm>
              <a:prstGeom prst="rect">
                <a:avLst/>
              </a:prstGeom>
              <a:solidFill>
                <a:srgbClr val="50E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34" name="Rectangle 859">
                <a:extLst>
                  <a:ext uri="{FF2B5EF4-FFF2-40B4-BE49-F238E27FC236}">
                    <a16:creationId xmlns:a16="http://schemas.microsoft.com/office/drawing/2014/main" id="{347701D2-7B9E-498C-9F0F-E54504378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5803" y="5030503"/>
                <a:ext cx="148695" cy="191179"/>
              </a:xfrm>
              <a:prstGeom prst="rect">
                <a:avLst/>
              </a:prstGeom>
              <a:solidFill>
                <a:srgbClr val="50E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35" name="Rectangle 860">
                <a:extLst>
                  <a:ext uri="{FF2B5EF4-FFF2-40B4-BE49-F238E27FC236}">
                    <a16:creationId xmlns:a16="http://schemas.microsoft.com/office/drawing/2014/main" id="{C2F31171-16D8-4F04-B153-43D2CAEFE3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288" y="5074403"/>
                <a:ext cx="63726" cy="19826"/>
              </a:xfrm>
              <a:prstGeom prst="rect">
                <a:avLst/>
              </a:prstGeom>
              <a:solidFill>
                <a:srgbClr val="50E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36" name="Rectangle 861">
                <a:extLst>
                  <a:ext uri="{FF2B5EF4-FFF2-40B4-BE49-F238E27FC236}">
                    <a16:creationId xmlns:a16="http://schemas.microsoft.com/office/drawing/2014/main" id="{DC6CA401-5295-4950-8EEF-9F765D7617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288" y="5115471"/>
                <a:ext cx="63726" cy="21243"/>
              </a:xfrm>
              <a:prstGeom prst="rect">
                <a:avLst/>
              </a:prstGeom>
              <a:solidFill>
                <a:srgbClr val="50E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37" name="Rectangle 862">
                <a:extLst>
                  <a:ext uri="{FF2B5EF4-FFF2-40B4-BE49-F238E27FC236}">
                    <a16:creationId xmlns:a16="http://schemas.microsoft.com/office/drawing/2014/main" id="{CD8557C0-7CD5-4114-A80C-2B1A44FA8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288" y="5157955"/>
                <a:ext cx="63726" cy="21243"/>
              </a:xfrm>
              <a:prstGeom prst="rect">
                <a:avLst/>
              </a:prstGeom>
              <a:solidFill>
                <a:srgbClr val="50E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38" name="Rectangle 863">
                <a:extLst>
                  <a:ext uri="{FF2B5EF4-FFF2-40B4-BE49-F238E27FC236}">
                    <a16:creationId xmlns:a16="http://schemas.microsoft.com/office/drawing/2014/main" id="{AA199548-0F00-4D98-8A58-358FD783C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2014" y="4968192"/>
                <a:ext cx="42484" cy="424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39" name="Rectangle 864">
                <a:extLst>
                  <a:ext uri="{FF2B5EF4-FFF2-40B4-BE49-F238E27FC236}">
                    <a16:creationId xmlns:a16="http://schemas.microsoft.com/office/drawing/2014/main" id="{9329C4AB-11AF-4132-9640-0A6805284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5741" y="4968192"/>
                <a:ext cx="42484" cy="424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40" name="Rectangle 865">
                <a:extLst>
                  <a:ext uri="{FF2B5EF4-FFF2-40B4-BE49-F238E27FC236}">
                    <a16:creationId xmlns:a16="http://schemas.microsoft.com/office/drawing/2014/main" id="{796C9DD9-7686-4CC2-A1AF-43E14B7A6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5741" y="5030503"/>
                <a:ext cx="42484" cy="4390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41" name="Rectangle 866">
                <a:extLst>
                  <a:ext uri="{FF2B5EF4-FFF2-40B4-BE49-F238E27FC236}">
                    <a16:creationId xmlns:a16="http://schemas.microsoft.com/office/drawing/2014/main" id="{4DACA428-22FE-4922-951E-92B537776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5741" y="5094229"/>
                <a:ext cx="42484" cy="424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42" name="Rectangle 867">
                <a:extLst>
                  <a:ext uri="{FF2B5EF4-FFF2-40B4-BE49-F238E27FC236}">
                    <a16:creationId xmlns:a16="http://schemas.microsoft.com/office/drawing/2014/main" id="{505DDF9C-68F1-4EBB-AF6E-48829CADB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5741" y="5157955"/>
                <a:ext cx="42484" cy="424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43" name="Oval 868">
                <a:extLst>
                  <a:ext uri="{FF2B5EF4-FFF2-40B4-BE49-F238E27FC236}">
                    <a16:creationId xmlns:a16="http://schemas.microsoft.com/office/drawing/2014/main" id="{9BF05B25-B304-4B85-9B8B-85F196B16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3195" y="5136714"/>
                <a:ext cx="42484" cy="4248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44" name="Freeform 869">
                <a:extLst>
                  <a:ext uri="{FF2B5EF4-FFF2-40B4-BE49-F238E27FC236}">
                    <a16:creationId xmlns:a16="http://schemas.microsoft.com/office/drawing/2014/main" id="{2C3B504C-5326-4A96-915C-7EC3015FD0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1866" y="5126800"/>
                <a:ext cx="63726" cy="94882"/>
              </a:xfrm>
              <a:custGeom>
                <a:avLst/>
                <a:gdLst>
                  <a:gd name="T0" fmla="*/ 61 w 61"/>
                  <a:gd name="T1" fmla="*/ 30 h 91"/>
                  <a:gd name="T2" fmla="*/ 30 w 61"/>
                  <a:gd name="T3" fmla="*/ 0 h 91"/>
                  <a:gd name="T4" fmla="*/ 0 w 61"/>
                  <a:gd name="T5" fmla="*/ 30 h 91"/>
                  <a:gd name="T6" fmla="*/ 20 w 61"/>
                  <a:gd name="T7" fmla="*/ 59 h 91"/>
                  <a:gd name="T8" fmla="*/ 20 w 61"/>
                  <a:gd name="T9" fmla="*/ 91 h 91"/>
                  <a:gd name="T10" fmla="*/ 41 w 61"/>
                  <a:gd name="T11" fmla="*/ 91 h 91"/>
                  <a:gd name="T12" fmla="*/ 41 w 61"/>
                  <a:gd name="T13" fmla="*/ 59 h 91"/>
                  <a:gd name="T14" fmla="*/ 61 w 61"/>
                  <a:gd name="T15" fmla="*/ 3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91">
                    <a:moveTo>
                      <a:pt x="61" y="30"/>
                    </a:moveTo>
                    <a:cubicBezTo>
                      <a:pt x="61" y="14"/>
                      <a:pt x="47" y="0"/>
                      <a:pt x="30" y="0"/>
                    </a:cubicBezTo>
                    <a:cubicBezTo>
                      <a:pt x="14" y="0"/>
                      <a:pt x="0" y="14"/>
                      <a:pt x="0" y="30"/>
                    </a:cubicBezTo>
                    <a:cubicBezTo>
                      <a:pt x="0" y="44"/>
                      <a:pt x="9" y="55"/>
                      <a:pt x="20" y="59"/>
                    </a:cubicBezTo>
                    <a:cubicBezTo>
                      <a:pt x="20" y="91"/>
                      <a:pt x="20" y="91"/>
                      <a:pt x="20" y="91"/>
                    </a:cubicBezTo>
                    <a:cubicBezTo>
                      <a:pt x="41" y="91"/>
                      <a:pt x="41" y="91"/>
                      <a:pt x="41" y="91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52" y="55"/>
                      <a:pt x="61" y="44"/>
                      <a:pt x="61" y="30"/>
                    </a:cubicBezTo>
                    <a:close/>
                  </a:path>
                </a:pathLst>
              </a:custGeom>
              <a:solidFill>
                <a:srgbClr val="007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  <p:sp>
            <p:nvSpPr>
              <p:cNvPr id="45" name="Oval 870">
                <a:extLst>
                  <a:ext uri="{FF2B5EF4-FFF2-40B4-BE49-F238E27FC236}">
                    <a16:creationId xmlns:a16="http://schemas.microsoft.com/office/drawing/2014/main" id="{A4C0CFCC-F77B-48E7-A96C-3297CA8AC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3107" y="5146626"/>
                <a:ext cx="22658" cy="22658"/>
              </a:xfrm>
              <a:prstGeom prst="ellipse">
                <a:avLst/>
              </a:prstGeom>
              <a:solidFill>
                <a:srgbClr val="007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31" tIns="44815" rIns="89631" bIns="44815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896192">
                  <a:defRPr/>
                </a:pPr>
                <a:endParaRPr lang="en-US" sz="1667" kern="0">
                  <a:latin typeface="Calibri" panose="020F0502020204030204"/>
                </a:endParaRPr>
              </a:p>
            </p:txBody>
          </p:sp>
        </p:grpSp>
        <p:sp>
          <p:nvSpPr>
            <p:cNvPr id="14" name="Title 18">
              <a:extLst>
                <a:ext uri="{FF2B5EF4-FFF2-40B4-BE49-F238E27FC236}">
                  <a16:creationId xmlns:a16="http://schemas.microsoft.com/office/drawing/2014/main" id="{9648666F-BA63-4D44-AD92-2EFAA70A8DDE}"/>
                </a:ext>
              </a:extLst>
            </p:cNvPr>
            <p:cNvSpPr txBox="1">
              <a:spLocks/>
            </p:cNvSpPr>
            <p:nvPr/>
          </p:nvSpPr>
          <p:spPr>
            <a:xfrm>
              <a:off x="587375" y="3831261"/>
              <a:ext cx="1097280" cy="30777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no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algn="ctr" defTabSz="932539">
                <a:defRPr/>
              </a:pPr>
              <a:r>
                <a:rPr lang="en-US" sz="1600" spc="0">
                  <a:solidFill>
                    <a:schemeClr val="tx1"/>
                  </a:solidFill>
                  <a:latin typeface="Segoe UI"/>
                </a:rPr>
                <a:t>Desktop</a:t>
              </a:r>
            </a:p>
          </p:txBody>
        </p:sp>
        <p:sp>
          <p:nvSpPr>
            <p:cNvPr id="15" name="Title 18">
              <a:extLst>
                <a:ext uri="{FF2B5EF4-FFF2-40B4-BE49-F238E27FC236}">
                  <a16:creationId xmlns:a16="http://schemas.microsoft.com/office/drawing/2014/main" id="{709BD7B5-8CE0-4352-A835-B7AC90BC341F}"/>
                </a:ext>
              </a:extLst>
            </p:cNvPr>
            <p:cNvSpPr txBox="1">
              <a:spLocks/>
            </p:cNvSpPr>
            <p:nvPr/>
          </p:nvSpPr>
          <p:spPr>
            <a:xfrm>
              <a:off x="2242103" y="3831261"/>
              <a:ext cx="1097280" cy="30777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no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algn="ctr" defTabSz="932539">
                <a:defRPr/>
              </a:pPr>
              <a:r>
                <a:rPr lang="en-US" sz="1600" spc="0">
                  <a:solidFill>
                    <a:schemeClr val="tx1"/>
                  </a:solidFill>
                  <a:latin typeface="Segoe UI"/>
                </a:rPr>
                <a:t>Web</a:t>
              </a:r>
            </a:p>
          </p:txBody>
        </p:sp>
        <p:sp>
          <p:nvSpPr>
            <p:cNvPr id="16" name="Title 18">
              <a:extLst>
                <a:ext uri="{FF2B5EF4-FFF2-40B4-BE49-F238E27FC236}">
                  <a16:creationId xmlns:a16="http://schemas.microsoft.com/office/drawing/2014/main" id="{9F669753-36DE-4187-A2F3-BE1FCFA63DAD}"/>
                </a:ext>
              </a:extLst>
            </p:cNvPr>
            <p:cNvSpPr txBox="1">
              <a:spLocks/>
            </p:cNvSpPr>
            <p:nvPr/>
          </p:nvSpPr>
          <p:spPr>
            <a:xfrm>
              <a:off x="3896831" y="3831261"/>
              <a:ext cx="1097280" cy="30777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no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algn="ctr" defTabSz="932539">
                <a:defRPr/>
              </a:pPr>
              <a:r>
                <a:rPr lang="en-US" sz="1600" spc="0">
                  <a:solidFill>
                    <a:schemeClr val="tx1"/>
                  </a:solidFill>
                  <a:latin typeface="Segoe UI"/>
                </a:rPr>
                <a:t>Cloud</a:t>
              </a:r>
            </a:p>
          </p:txBody>
        </p:sp>
        <p:sp>
          <p:nvSpPr>
            <p:cNvPr id="17" name="Title 18">
              <a:extLst>
                <a:ext uri="{FF2B5EF4-FFF2-40B4-BE49-F238E27FC236}">
                  <a16:creationId xmlns:a16="http://schemas.microsoft.com/office/drawing/2014/main" id="{5AF5D831-F2E5-40A2-AF5B-B5EC6AB8FC44}"/>
                </a:ext>
              </a:extLst>
            </p:cNvPr>
            <p:cNvSpPr txBox="1">
              <a:spLocks/>
            </p:cNvSpPr>
            <p:nvPr/>
          </p:nvSpPr>
          <p:spPr>
            <a:xfrm>
              <a:off x="5551558" y="3831261"/>
              <a:ext cx="1097280" cy="30777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no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algn="ctr" defTabSz="932539">
                <a:defRPr/>
              </a:pPr>
              <a:r>
                <a:rPr lang="en-US" sz="1600" spc="0">
                  <a:solidFill>
                    <a:schemeClr val="tx1"/>
                  </a:solidFill>
                  <a:latin typeface="Segoe UI"/>
                </a:rPr>
                <a:t>Mobile</a:t>
              </a:r>
            </a:p>
          </p:txBody>
        </p:sp>
        <p:sp>
          <p:nvSpPr>
            <p:cNvPr id="18" name="Title 18">
              <a:extLst>
                <a:ext uri="{FF2B5EF4-FFF2-40B4-BE49-F238E27FC236}">
                  <a16:creationId xmlns:a16="http://schemas.microsoft.com/office/drawing/2014/main" id="{F345D457-E2CC-4BCC-BAFF-AD14B8BD089D}"/>
                </a:ext>
              </a:extLst>
            </p:cNvPr>
            <p:cNvSpPr txBox="1">
              <a:spLocks/>
            </p:cNvSpPr>
            <p:nvPr/>
          </p:nvSpPr>
          <p:spPr>
            <a:xfrm>
              <a:off x="7206285" y="3831261"/>
              <a:ext cx="1097280" cy="30777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no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algn="ctr" defTabSz="932539">
                <a:defRPr/>
              </a:pPr>
              <a:r>
                <a:rPr lang="en-US" sz="1600" spc="0">
                  <a:solidFill>
                    <a:schemeClr val="tx1"/>
                  </a:solidFill>
                  <a:latin typeface="Segoe UI"/>
                </a:rPr>
                <a:t>Gaming</a:t>
              </a:r>
            </a:p>
          </p:txBody>
        </p:sp>
        <p:sp>
          <p:nvSpPr>
            <p:cNvPr id="19" name="Title 18">
              <a:extLst>
                <a:ext uri="{FF2B5EF4-FFF2-40B4-BE49-F238E27FC236}">
                  <a16:creationId xmlns:a16="http://schemas.microsoft.com/office/drawing/2014/main" id="{6B69CD8A-B56B-412A-8B4A-C5EC59FA0A98}"/>
                </a:ext>
              </a:extLst>
            </p:cNvPr>
            <p:cNvSpPr txBox="1">
              <a:spLocks/>
            </p:cNvSpPr>
            <p:nvPr/>
          </p:nvSpPr>
          <p:spPr>
            <a:xfrm>
              <a:off x="8861012" y="3831261"/>
              <a:ext cx="1097280" cy="30777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no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algn="ctr" defTabSz="932539">
                <a:defRPr/>
              </a:pPr>
              <a:r>
                <a:rPr lang="en-US" sz="1600" spc="0">
                  <a:solidFill>
                    <a:schemeClr val="tx1"/>
                  </a:solidFill>
                  <a:latin typeface="Segoe UI"/>
                </a:rPr>
                <a:t>IoT</a:t>
              </a:r>
            </a:p>
          </p:txBody>
        </p:sp>
        <p:sp>
          <p:nvSpPr>
            <p:cNvPr id="20" name="Title 18">
              <a:extLst>
                <a:ext uri="{FF2B5EF4-FFF2-40B4-BE49-F238E27FC236}">
                  <a16:creationId xmlns:a16="http://schemas.microsoft.com/office/drawing/2014/main" id="{A9D341C7-9474-4A65-81D1-B2264762B110}"/>
                </a:ext>
              </a:extLst>
            </p:cNvPr>
            <p:cNvSpPr txBox="1">
              <a:spLocks/>
            </p:cNvSpPr>
            <p:nvPr/>
          </p:nvSpPr>
          <p:spPr>
            <a:xfrm>
              <a:off x="10515740" y="3831261"/>
              <a:ext cx="1097280" cy="307777"/>
            </a:xfrm>
            <a:prstGeom prst="rect">
              <a:avLst/>
            </a:prstGeom>
          </p:spPr>
          <p:txBody>
            <a:bodyPr vert="horz" wrap="square" lIns="0" tIns="0" rIns="0" bIns="0" rtlCol="0" anchor="t">
              <a:no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algn="ctr" defTabSz="932539">
                <a:defRPr/>
              </a:pPr>
              <a:r>
                <a:rPr lang="en-US" sz="1600" spc="0">
                  <a:solidFill>
                    <a:schemeClr val="tx1"/>
                  </a:solidFill>
                  <a:latin typeface="Segoe UI"/>
                </a:rPr>
                <a:t>AI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C64606-14AD-4090-88FE-0918E2108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rot="16200000">
              <a:off x="1065419" y="4221547"/>
              <a:ext cx="141193" cy="141193"/>
            </a:xfrm>
            <a:prstGeom prst="ellipse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3935" rIns="0" bIns="43935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78250">
                <a:defRPr/>
              </a:pPr>
              <a:endParaRPr lang="en-US" sz="1883" kern="0">
                <a:latin typeface="Segoe UI Semilight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7AF9E4C-CBDD-4698-86CB-B97BD3602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206612" y="4292143"/>
              <a:ext cx="9787172" cy="0"/>
            </a:xfrm>
            <a:prstGeom prst="line">
              <a:avLst/>
            </a:prstGeom>
            <a:noFill/>
            <a:ln w="28575" cap="rnd" cmpd="sng" algn="ctr">
              <a:solidFill>
                <a:srgbClr val="75757A"/>
              </a:solidFill>
              <a:prstDash val="dash"/>
              <a:miter lim="800000"/>
              <a:headEnd type="none"/>
              <a:tailEnd type="none"/>
            </a:ln>
            <a:effectLst/>
          </p:spPr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82D868E-BB10-4070-997A-3CE68CE71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rot="16200000">
              <a:off x="10993784" y="4221547"/>
              <a:ext cx="141193" cy="141193"/>
            </a:xfrm>
            <a:prstGeom prst="ellipse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3935" rIns="0" bIns="43935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78250">
                <a:defRPr/>
              </a:pPr>
              <a:endParaRPr lang="en-US" sz="1883" kern="0">
                <a:latin typeface="Segoe UI Semilight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D78E2F8-0A82-4EE6-8B12-D6EC2E08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rot="16200000">
              <a:off x="2720147" y="4221547"/>
              <a:ext cx="141193" cy="141193"/>
            </a:xfrm>
            <a:prstGeom prst="ellipse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3935" rIns="0" bIns="43935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78250">
                <a:defRPr/>
              </a:pPr>
              <a:endParaRPr lang="en-US" sz="1883" kern="0">
                <a:latin typeface="Segoe UI Semilight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C23143C-98AA-49F3-AFAC-D42F2881D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rot="16200000">
              <a:off x="4374875" y="4221547"/>
              <a:ext cx="141193" cy="141193"/>
            </a:xfrm>
            <a:prstGeom prst="ellipse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3935" rIns="0" bIns="43935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78250">
                <a:defRPr/>
              </a:pPr>
              <a:endParaRPr lang="en-US" sz="1883" kern="0">
                <a:latin typeface="Segoe UI Semilight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ABF1EC0-9008-4B29-A4D2-A03958EF4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rot="16200000">
              <a:off x="6029602" y="4221547"/>
              <a:ext cx="141193" cy="141193"/>
            </a:xfrm>
            <a:prstGeom prst="ellipse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3935" rIns="0" bIns="43935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78250">
                <a:defRPr/>
              </a:pPr>
              <a:endParaRPr lang="en-US" sz="1883" kern="0">
                <a:latin typeface="Segoe UI Semilight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89906D0-222D-4F1C-AEEB-0E603A4DDA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rot="16200000">
              <a:off x="7684329" y="4221547"/>
              <a:ext cx="141193" cy="141193"/>
            </a:xfrm>
            <a:prstGeom prst="ellipse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3935" rIns="0" bIns="43935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78250">
                <a:defRPr/>
              </a:pPr>
              <a:endParaRPr lang="en-US" sz="1883" kern="0">
                <a:latin typeface="Segoe UI Semilight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F214C49-8F25-444C-8EAB-E5A7671D2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rot="16200000">
              <a:off x="9339056" y="4221547"/>
              <a:ext cx="141193" cy="141193"/>
            </a:xfrm>
            <a:prstGeom prst="ellipse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3935" rIns="0" bIns="43935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78250">
                <a:defRPr/>
              </a:pPr>
              <a:endParaRPr lang="en-US" sz="1883" kern="0">
                <a:latin typeface="Segoe UI Semilight"/>
              </a:endParaRPr>
            </a:p>
          </p:txBody>
        </p:sp>
      </p:grpSp>
      <p:pic>
        <p:nvPicPr>
          <p:cNvPr id="78" name="Picture 77" descr="A picture containing object, ball, drawing, clock&#10;&#10;Description automatically generated">
            <a:extLst>
              <a:ext uri="{FF2B5EF4-FFF2-40B4-BE49-F238E27FC236}">
                <a16:creationId xmlns:a16="http://schemas.microsoft.com/office/drawing/2014/main" id="{87A0ADAB-3702-443F-B2C1-3219C1BDA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216" y="4837681"/>
            <a:ext cx="1001571" cy="100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7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6.25E-7 -1.11111E-6 L 6.25E-7 0.03287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3BAC-0E43-432A-A531-E09D7EE4E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Application</a:t>
            </a:r>
            <a:r>
              <a:rPr lang="sk-SK"/>
              <a:t> </a:t>
            </a:r>
            <a:r>
              <a:rPr lang="sk-SK" err="1"/>
              <a:t>Development</a:t>
            </a:r>
            <a:r>
              <a:rPr lang="sk-SK"/>
              <a:t> </a:t>
            </a:r>
            <a:r>
              <a:rPr lang="sk-SK" err="1"/>
              <a:t>Overview</a:t>
            </a:r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BA832E8-3594-43BE-8F18-753F3B38B56C}"/>
              </a:ext>
            </a:extLst>
          </p:cNvPr>
          <p:cNvCxnSpPr>
            <a:cxnSpLocks/>
          </p:cNvCxnSpPr>
          <p:nvPr/>
        </p:nvCxnSpPr>
        <p:spPr>
          <a:xfrm>
            <a:off x="1739475" y="4024408"/>
            <a:ext cx="8946415" cy="0"/>
          </a:xfrm>
          <a:prstGeom prst="straightConnector1">
            <a:avLst/>
          </a:prstGeom>
          <a:ln w="44450">
            <a:solidFill>
              <a:srgbClr val="4A90E2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A3BC400-A932-4132-A161-71FE767B7607}"/>
              </a:ext>
            </a:extLst>
          </p:cNvPr>
          <p:cNvSpPr txBox="1"/>
          <p:nvPr/>
        </p:nvSpPr>
        <p:spPr>
          <a:xfrm>
            <a:off x="413614" y="3751615"/>
            <a:ext cx="1247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sz="2800">
                <a:solidFill>
                  <a:srgbClr val="4A90E2"/>
                </a:solidFill>
                <a:latin typeface="Segoe UI"/>
              </a:rPr>
              <a:t>Reach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08607B-506B-4B13-83EA-D1F616F21214}"/>
              </a:ext>
            </a:extLst>
          </p:cNvPr>
          <p:cNvSpPr txBox="1"/>
          <p:nvPr/>
        </p:nvSpPr>
        <p:spPr>
          <a:xfrm>
            <a:off x="10770106" y="3744302"/>
            <a:ext cx="1247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sz="2800">
                <a:solidFill>
                  <a:srgbClr val="4A90E2"/>
                </a:solidFill>
                <a:latin typeface="Segoe UI"/>
              </a:rPr>
              <a:t>Power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428C09-E1B6-4424-A6E3-7E73AB349842}"/>
              </a:ext>
            </a:extLst>
          </p:cNvPr>
          <p:cNvSpPr/>
          <p:nvPr/>
        </p:nvSpPr>
        <p:spPr>
          <a:xfrm>
            <a:off x="2474418" y="3874725"/>
            <a:ext cx="301615" cy="27700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sz="1600">
              <a:solidFill>
                <a:schemeClr val="accent1"/>
              </a:solidFill>
              <a:latin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72D69-4CF3-4E16-AC1F-6A2CC48AE0C4}"/>
              </a:ext>
            </a:extLst>
          </p:cNvPr>
          <p:cNvSpPr txBox="1"/>
          <p:nvPr/>
        </p:nvSpPr>
        <p:spPr>
          <a:xfrm>
            <a:off x="3406534" y="4278328"/>
            <a:ext cx="641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1200">
                <a:solidFill>
                  <a:srgbClr val="4A90E2"/>
                </a:solidFill>
                <a:latin typeface="Segoe UI"/>
              </a:rPr>
              <a:t>PWA</a:t>
            </a:r>
            <a:endParaRPr lang="en-US" sz="1600">
              <a:solidFill>
                <a:srgbClr val="4A90E2"/>
              </a:solidFill>
              <a:latin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18F1A-CE79-4E48-8E92-6A8C962110A3}"/>
              </a:ext>
            </a:extLst>
          </p:cNvPr>
          <p:cNvSpPr txBox="1"/>
          <p:nvPr/>
        </p:nvSpPr>
        <p:spPr>
          <a:xfrm>
            <a:off x="5711413" y="4244741"/>
            <a:ext cx="1247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sz="1200">
                <a:solidFill>
                  <a:srgbClr val="4A90E2"/>
                </a:solidFill>
                <a:latin typeface="Segoe UI"/>
              </a:rPr>
              <a:t>Native App </a:t>
            </a:r>
          </a:p>
          <a:p>
            <a:pPr algn="ctr" defTabSz="914377">
              <a:defRPr/>
            </a:pPr>
            <a:r>
              <a:rPr lang="en-US" sz="1200">
                <a:solidFill>
                  <a:srgbClr val="4A90E2"/>
                </a:solidFill>
                <a:latin typeface="Segoe UI"/>
              </a:rPr>
              <a:t>with WebView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0CD1B-1848-492B-A8B2-2834FC6B6A32}"/>
              </a:ext>
            </a:extLst>
          </p:cNvPr>
          <p:cNvSpPr txBox="1"/>
          <p:nvPr/>
        </p:nvSpPr>
        <p:spPr>
          <a:xfrm>
            <a:off x="2406062" y="4252321"/>
            <a:ext cx="515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en-US" sz="1200">
                <a:solidFill>
                  <a:srgbClr val="4A90E2"/>
                </a:solidFill>
                <a:latin typeface="Segoe UI"/>
              </a:rPr>
              <a:t>Site</a:t>
            </a:r>
            <a:endParaRPr lang="en-US" sz="1600">
              <a:solidFill>
                <a:srgbClr val="4A90E2"/>
              </a:solidFill>
              <a:latin typeface="Segoe U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D3DA6CE-6C9C-4D8D-937F-C4F0F24372FB}"/>
              </a:ext>
            </a:extLst>
          </p:cNvPr>
          <p:cNvSpPr/>
          <p:nvPr/>
        </p:nvSpPr>
        <p:spPr>
          <a:xfrm>
            <a:off x="3510976" y="3881958"/>
            <a:ext cx="301615" cy="2770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sz="1600">
              <a:solidFill>
                <a:schemeClr val="accent1"/>
              </a:solidFill>
              <a:latin typeface="Segoe UI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3039D2-4678-4FBE-8BF5-FCC1DF8579C4}"/>
              </a:ext>
            </a:extLst>
          </p:cNvPr>
          <p:cNvSpPr/>
          <p:nvPr/>
        </p:nvSpPr>
        <p:spPr>
          <a:xfrm>
            <a:off x="6137926" y="3878327"/>
            <a:ext cx="301615" cy="27700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sz="1600">
              <a:solidFill>
                <a:schemeClr val="accent1"/>
              </a:solidFill>
              <a:latin typeface="Segoe UI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31731F-C8EA-43E7-B989-A132F6F961D9}"/>
              </a:ext>
            </a:extLst>
          </p:cNvPr>
          <p:cNvSpPr/>
          <p:nvPr/>
        </p:nvSpPr>
        <p:spPr>
          <a:xfrm>
            <a:off x="9599047" y="3881958"/>
            <a:ext cx="301615" cy="27700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sz="1600">
              <a:solidFill>
                <a:schemeClr val="accent1"/>
              </a:solidFill>
              <a:latin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0A47AF-3737-47EC-A2D7-0C3FD7AAB38B}"/>
              </a:ext>
            </a:extLst>
          </p:cNvPr>
          <p:cNvSpPr txBox="1"/>
          <p:nvPr/>
        </p:nvSpPr>
        <p:spPr>
          <a:xfrm>
            <a:off x="9205003" y="4288840"/>
            <a:ext cx="1162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sz="1200">
                <a:solidFill>
                  <a:srgbClr val="4A90E2"/>
                </a:solidFill>
                <a:latin typeface="Segoe UI"/>
              </a:rPr>
              <a:t>Native App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1F5EFC-B49E-44FB-90F4-348986906668}"/>
              </a:ext>
            </a:extLst>
          </p:cNvPr>
          <p:cNvSpPr txBox="1"/>
          <p:nvPr/>
        </p:nvSpPr>
        <p:spPr>
          <a:xfrm>
            <a:off x="2373726" y="5108605"/>
            <a:ext cx="1673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>
                <a:solidFill>
                  <a:srgbClr val="4A90E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C845FD-AE5C-499A-A16B-A6B0CCFF5EC5}"/>
              </a:ext>
            </a:extLst>
          </p:cNvPr>
          <p:cNvSpPr txBox="1"/>
          <p:nvPr/>
        </p:nvSpPr>
        <p:spPr>
          <a:xfrm>
            <a:off x="5451767" y="5145099"/>
            <a:ext cx="1673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>
                <a:solidFill>
                  <a:srgbClr val="4A90E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Hybrid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9C9D37-E292-42AF-A768-37FC8719E2D6}"/>
              </a:ext>
            </a:extLst>
          </p:cNvPr>
          <p:cNvSpPr txBox="1"/>
          <p:nvPr/>
        </p:nvSpPr>
        <p:spPr>
          <a:xfrm>
            <a:off x="8912887" y="5151389"/>
            <a:ext cx="1673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>
                <a:solidFill>
                  <a:srgbClr val="4A90E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Native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9BFDAD-1904-4F06-98FE-F00DB26521F9}"/>
              </a:ext>
            </a:extLst>
          </p:cNvPr>
          <p:cNvSpPr txBox="1"/>
          <p:nvPr/>
        </p:nvSpPr>
        <p:spPr>
          <a:xfrm>
            <a:off x="2373725" y="2740157"/>
            <a:ext cx="1673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>
                <a:solidFill>
                  <a:srgbClr val="4A90E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Blazor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1422ED-8979-42DD-9871-685BDA2FB503}"/>
              </a:ext>
            </a:extLst>
          </p:cNvPr>
          <p:cNvSpPr txBox="1"/>
          <p:nvPr/>
        </p:nvSpPr>
        <p:spPr>
          <a:xfrm>
            <a:off x="5044438" y="2722892"/>
            <a:ext cx="233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>
                <a:solidFill>
                  <a:srgbClr val="4A90E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Blazor + MAUI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5C7DD8-5994-4AFC-94EE-BBFFE010199B}"/>
              </a:ext>
            </a:extLst>
          </p:cNvPr>
          <p:cNvSpPr txBox="1"/>
          <p:nvPr/>
        </p:nvSpPr>
        <p:spPr>
          <a:xfrm>
            <a:off x="8505693" y="2528095"/>
            <a:ext cx="233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>
                <a:solidFill>
                  <a:srgbClr val="4A90E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.NET MAUI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415DEE-5CA1-4B7F-A74D-47A21598DBEC}"/>
              </a:ext>
            </a:extLst>
          </p:cNvPr>
          <p:cNvSpPr txBox="1"/>
          <p:nvPr/>
        </p:nvSpPr>
        <p:spPr>
          <a:xfrm>
            <a:off x="8462137" y="3005538"/>
            <a:ext cx="2336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>
                <a:solidFill>
                  <a:srgbClr val="4A90E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WinForms, WPF, </a:t>
            </a:r>
            <a:r>
              <a:rPr lang="en-US" err="1">
                <a:solidFill>
                  <a:srgbClr val="4A90E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WinUI</a:t>
            </a:r>
            <a:endParaRPr lang="en-US">
              <a:solidFill>
                <a:srgbClr val="4A90E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20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A2521E-A4BD-4E3A-AFEA-9BEC18B314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err="1"/>
              <a:t>Sample</a:t>
            </a:r>
            <a:r>
              <a:rPr lang="sk-SK"/>
              <a:t> </a:t>
            </a:r>
            <a:r>
              <a:rPr lang="sk-SK" err="1"/>
              <a:t>Code</a:t>
            </a:r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242A472-0114-417B-83F2-27061E39F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https://github.com/jasho/cookbook-maui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CCE97-166F-4B5A-AAF8-9D4C93C2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637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000"/>
              <a:t>Q&amp;A</a:t>
            </a:r>
            <a:endParaRPr lang="cs-CZ" sz="6000"/>
          </a:p>
        </p:txBody>
      </p:sp>
      <p:sp>
        <p:nvSpPr>
          <p:cNvPr id="7" name="Podnadpis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/>
              <a:t>Roman Ja</a:t>
            </a:r>
            <a:r>
              <a:rPr lang="sk-SK" b="1"/>
              <a:t>šek</a:t>
            </a:r>
            <a:endParaRPr lang="cs-CZ" b="1"/>
          </a:p>
          <a:p>
            <a:r>
              <a:rPr lang="cs-CZ" sz="2000"/>
              <a:t>Software </a:t>
            </a:r>
            <a:r>
              <a:rPr lang="cs-CZ" sz="2000" err="1"/>
              <a:t>Architect</a:t>
            </a:r>
            <a:r>
              <a:rPr lang="en-US" sz="2000"/>
              <a:t> @ Riganti </a:t>
            </a:r>
            <a:r>
              <a:rPr lang="en-US" sz="2000" err="1"/>
              <a:t>s.r.o.</a:t>
            </a:r>
            <a:r>
              <a:rPr lang="cs-CZ" sz="2000"/>
              <a:t> </a:t>
            </a:r>
            <a:r>
              <a:rPr lang="en-US" sz="2000"/>
              <a:t>|</a:t>
            </a:r>
            <a:r>
              <a:rPr lang="cs-CZ" sz="2000"/>
              <a:t> </a:t>
            </a:r>
            <a:r>
              <a:rPr lang="en-US" sz="2000"/>
              <a:t>MVP</a:t>
            </a:r>
            <a:endParaRPr lang="cs-CZ" sz="2000"/>
          </a:p>
          <a:p>
            <a:r>
              <a:rPr lang="en-US" sz="2000">
                <a:hlinkClick r:id="rId3"/>
              </a:rPr>
              <a:t>roman.jasek@riganti.cz</a:t>
            </a:r>
            <a:r>
              <a:rPr lang="cs-CZ" sz="2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61289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.8|2.8|3.2"/>
</p:tagLst>
</file>

<file path=ppt/theme/theme1.xml><?xml version="1.0" encoding="utf-8"?>
<a:theme xmlns:a="http://schemas.openxmlformats.org/drawingml/2006/main" name="Gopas 1  (3 barvy)">
  <a:themeElements>
    <a:clrScheme name="WUG">
      <a:dk1>
        <a:sysClr val="windowText" lastClr="000000"/>
      </a:dk1>
      <a:lt1>
        <a:sysClr val="window" lastClr="FFFFFF"/>
      </a:lt1>
      <a:dk2>
        <a:srgbClr val="163C7D"/>
      </a:dk2>
      <a:lt2>
        <a:srgbClr val="FFFFFF"/>
      </a:lt2>
      <a:accent1>
        <a:srgbClr val="5E98D1"/>
      </a:accent1>
      <a:accent2>
        <a:srgbClr val="FDCB00"/>
      </a:accent2>
      <a:accent3>
        <a:srgbClr val="ED7539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2026</Words>
  <Application>Microsoft Office PowerPoint</Application>
  <PresentationFormat>Širokouhlá</PresentationFormat>
  <Paragraphs>428</Paragraphs>
  <Slides>47</Slides>
  <Notes>3</Notes>
  <HiddenSlides>0</HiddenSlides>
  <MMClips>0</MMClips>
  <ScaleCrop>false</ScaleCrop>
  <HeadingPairs>
    <vt:vector size="6" baseType="variant">
      <vt:variant>
        <vt:lpstr>Použité písma</vt:lpstr>
      </vt:variant>
      <vt:variant>
        <vt:i4>10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47</vt:i4>
      </vt:variant>
    </vt:vector>
  </HeadingPairs>
  <TitlesOfParts>
    <vt:vector size="58" baseType="lpstr">
      <vt:lpstr>Arial</vt:lpstr>
      <vt:lpstr>Calibri</vt:lpstr>
      <vt:lpstr>Cascadia Mono</vt:lpstr>
      <vt:lpstr>Consolas</vt:lpstr>
      <vt:lpstr>Open Sans</vt:lpstr>
      <vt:lpstr>Segoe UI</vt:lpstr>
      <vt:lpstr>Segoe UI Semibold</vt:lpstr>
      <vt:lpstr>Segoe UI Semilight</vt:lpstr>
      <vt:lpstr>Tw Cen MT</vt:lpstr>
      <vt:lpstr>Wingdings</vt:lpstr>
      <vt:lpstr>Gopas 1  (3 barvy)</vt:lpstr>
      <vt:lpstr>.NET MAUI</vt:lpstr>
      <vt:lpstr>.NET Multi-platform App UI</vt:lpstr>
      <vt:lpstr>How It Works - Structure</vt:lpstr>
      <vt:lpstr>How It Works - UI</vt:lpstr>
      <vt:lpstr>How It Works - Android</vt:lpstr>
      <vt:lpstr>How it Works - iOS</vt:lpstr>
      <vt:lpstr>How It Works – MacOS &amp; Windows</vt:lpstr>
      <vt:lpstr>How It Works – Application Startup</vt:lpstr>
      <vt:lpstr>How .NET MAUI Works</vt:lpstr>
      <vt:lpstr>.NET MAUI</vt:lpstr>
      <vt:lpstr>.NET MAUI Essentials</vt:lpstr>
      <vt:lpstr>.NET MAUI Essentials</vt:lpstr>
      <vt:lpstr>Project structure</vt:lpstr>
      <vt:lpstr>Platforms</vt:lpstr>
      <vt:lpstr>Layouts – multiple components</vt:lpstr>
      <vt:lpstr>Layouts – multiple components</vt:lpstr>
      <vt:lpstr>Layouts – StackLayout</vt:lpstr>
      <vt:lpstr>StackLayout…</vt:lpstr>
      <vt:lpstr>Installation</vt:lpstr>
      <vt:lpstr>Demo Time!</vt:lpstr>
      <vt:lpstr>Windows desktop</vt:lpstr>
      <vt:lpstr>.NET MAUI Blazor</vt:lpstr>
      <vt:lpstr>MAUI vs. Xamarin</vt:lpstr>
      <vt:lpstr>From Xamarin to MAUI</vt:lpstr>
      <vt:lpstr>Application Startup</vt:lpstr>
      <vt:lpstr>Namespaces</vt:lpstr>
      <vt:lpstr>XAML</vt:lpstr>
      <vt:lpstr>Behaviors, Converters, Effects</vt:lpstr>
      <vt:lpstr>Custom Renderers – what you need</vt:lpstr>
      <vt:lpstr>Handlers – Why?</vt:lpstr>
      <vt:lpstr>Custom Renderers – Compatibility Package</vt:lpstr>
      <vt:lpstr>From Xamarin to MAUI</vt:lpstr>
      <vt:lpstr>Platform specific – Platfom folders</vt:lpstr>
      <vt:lpstr>Platform specific – Filename convention</vt:lpstr>
      <vt:lpstr>Platform specific – Conditional compilation</vt:lpstr>
      <vt:lpstr>Platform Specific – OnPlatform, OnIdiom</vt:lpstr>
      <vt:lpstr>Platform Specific - DeviceInfo</vt:lpstr>
      <vt:lpstr>What to keep in mind</vt:lpstr>
      <vt:lpstr>What doesn’t work (yet)</vt:lpstr>
      <vt:lpstr>Current state</vt:lpstr>
      <vt:lpstr>What about 3rd party controls?</vt:lpstr>
      <vt:lpstr>Current state</vt:lpstr>
      <vt:lpstr>Would I use .NET MAUI now?</vt:lpstr>
      <vt:lpstr>.NET – build anything</vt:lpstr>
      <vt:lpstr>Application Development Overview</vt:lpstr>
      <vt:lpstr>Sample Code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MAUI</dc:title>
  <cp:lastModifiedBy>Roman Jašek</cp:lastModifiedBy>
  <cp:revision>1</cp:revision>
  <dcterms:created xsi:type="dcterms:W3CDTF">2014-11-11T15:45:29Z</dcterms:created>
  <dcterms:modified xsi:type="dcterms:W3CDTF">2022-05-24T15:29:25Z</dcterms:modified>
</cp:coreProperties>
</file>